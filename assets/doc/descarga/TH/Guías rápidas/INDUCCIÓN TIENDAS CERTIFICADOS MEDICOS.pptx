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eague Spartan" panose="020B0604020202020204" charset="0"/>
      <p:regular r:id="rId10"/>
    </p:embeddedFont>
    <p:embeddedFont>
      <p:font typeface="More Sugar" panose="020B0604020202020204" charset="0"/>
      <p:regular r:id="rId11"/>
    </p:embeddedFont>
    <p:embeddedFont>
      <p:font typeface="Sniglet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1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4.svg"/><Relationship Id="rId5" Type="http://schemas.openxmlformats.org/officeDocument/2006/relationships/image" Target="../media/image3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6.sv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3.svg"/><Relationship Id="rId5" Type="http://schemas.openxmlformats.org/officeDocument/2006/relationships/image" Target="../media/image4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26.svg"/><Relationship Id="rId18" Type="http://schemas.openxmlformats.org/officeDocument/2006/relationships/image" Target="../media/image31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" Type="http://schemas.openxmlformats.org/officeDocument/2006/relationships/image" Target="../media/image1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28.svg"/><Relationship Id="rId10" Type="http://schemas.openxmlformats.org/officeDocument/2006/relationships/image" Target="../media/image14.sv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1.png"/><Relationship Id="rId3" Type="http://schemas.openxmlformats.org/officeDocument/2006/relationships/image" Target="../media/image2.svg"/><Relationship Id="rId7" Type="http://schemas.openxmlformats.org/officeDocument/2006/relationships/image" Target="../media/image13.png"/><Relationship Id="rId12" Type="http://schemas.openxmlformats.org/officeDocument/2006/relationships/image" Target="../media/image3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3.png"/><Relationship Id="rId5" Type="http://schemas.openxmlformats.org/officeDocument/2006/relationships/image" Target="../media/image3.png"/><Relationship Id="rId10" Type="http://schemas.openxmlformats.org/officeDocument/2006/relationships/image" Target="../media/image32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38.sv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4.png"/><Relationship Id="rId10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844350" y="-26443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5" name="TextBox 5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64201" y="1331671"/>
            <a:ext cx="2279617" cy="1191585"/>
            <a:chOff x="0" y="0"/>
            <a:chExt cx="3039489" cy="158878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5164201" y="2618086"/>
            <a:ext cx="2279617" cy="1191585"/>
            <a:chOff x="0" y="0"/>
            <a:chExt cx="3039489" cy="158878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15164201" y="3904500"/>
            <a:ext cx="2279617" cy="1191585"/>
            <a:chOff x="0" y="0"/>
            <a:chExt cx="3039489" cy="158878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15164201" y="5190915"/>
            <a:ext cx="2279617" cy="1191585"/>
            <a:chOff x="0" y="0"/>
            <a:chExt cx="3039489" cy="158878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15164201" y="6477329"/>
            <a:ext cx="2279617" cy="1191585"/>
            <a:chOff x="0" y="0"/>
            <a:chExt cx="3039489" cy="1588780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5164201" y="7763743"/>
            <a:ext cx="2279617" cy="1191585"/>
            <a:chOff x="0" y="0"/>
            <a:chExt cx="3039489" cy="1588780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6" name="Freeform 56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7" name="Freeform 57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8" name="Group 58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540290" y="1622751"/>
            <a:ext cx="263115" cy="263115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40290" y="2470372"/>
            <a:ext cx="263115" cy="263115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40290" y="3317993"/>
            <a:ext cx="263115" cy="263115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540290" y="4165614"/>
            <a:ext cx="263115" cy="263115"/>
            <a:chOff x="0" y="0"/>
            <a:chExt cx="8128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40290" y="5013235"/>
            <a:ext cx="263115" cy="263115"/>
            <a:chOff x="0" y="0"/>
            <a:chExt cx="812800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540290" y="5860856"/>
            <a:ext cx="263115" cy="263115"/>
            <a:chOff x="0" y="0"/>
            <a:chExt cx="812800" cy="812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40290" y="6708477"/>
            <a:ext cx="263115" cy="263115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540290" y="7556097"/>
            <a:ext cx="263115" cy="263115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40290" y="8403718"/>
            <a:ext cx="263115" cy="263115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357536" y="898435"/>
            <a:ext cx="14956138" cy="8229600"/>
            <a:chOff x="0" y="0"/>
            <a:chExt cx="3939065" cy="2167467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 dirty="0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2995371" y="2179520"/>
            <a:ext cx="11680469" cy="1421353"/>
            <a:chOff x="0" y="0"/>
            <a:chExt cx="3076337" cy="374348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076337" cy="374348"/>
            </a:xfrm>
            <a:custGeom>
              <a:avLst/>
              <a:gdLst/>
              <a:ahLst/>
              <a:cxnLst/>
              <a:rect l="l" t="t" r="r" b="b"/>
              <a:pathLst>
                <a:path w="3076337" h="374348">
                  <a:moveTo>
                    <a:pt x="66281" y="0"/>
                  </a:moveTo>
                  <a:lnTo>
                    <a:pt x="3010057" y="0"/>
                  </a:lnTo>
                  <a:cubicBezTo>
                    <a:pt x="3046662" y="0"/>
                    <a:pt x="3076337" y="29675"/>
                    <a:pt x="3076337" y="66281"/>
                  </a:cubicBezTo>
                  <a:lnTo>
                    <a:pt x="3076337" y="308067"/>
                  </a:lnTo>
                  <a:cubicBezTo>
                    <a:pt x="3076337" y="325646"/>
                    <a:pt x="3069354" y="342505"/>
                    <a:pt x="3056924" y="354935"/>
                  </a:cubicBezTo>
                  <a:cubicBezTo>
                    <a:pt x="3044494" y="367365"/>
                    <a:pt x="3027635" y="374348"/>
                    <a:pt x="3010057" y="374348"/>
                  </a:cubicBezTo>
                  <a:lnTo>
                    <a:pt x="66281" y="374348"/>
                  </a:lnTo>
                  <a:cubicBezTo>
                    <a:pt x="48702" y="374348"/>
                    <a:pt x="31843" y="367365"/>
                    <a:pt x="19413" y="354935"/>
                  </a:cubicBezTo>
                  <a:cubicBezTo>
                    <a:pt x="6983" y="342505"/>
                    <a:pt x="0" y="325646"/>
                    <a:pt x="0" y="308067"/>
                  </a:cubicBezTo>
                  <a:lnTo>
                    <a:pt x="0" y="66281"/>
                  </a:lnTo>
                  <a:cubicBezTo>
                    <a:pt x="0" y="48702"/>
                    <a:pt x="6983" y="31843"/>
                    <a:pt x="19413" y="19413"/>
                  </a:cubicBezTo>
                  <a:cubicBezTo>
                    <a:pt x="31843" y="6983"/>
                    <a:pt x="48702" y="0"/>
                    <a:pt x="662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E76262"/>
              </a:solidFill>
              <a:prstDash val="lgDash"/>
              <a:rou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3076337" cy="402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4" name="Freeform 94"/>
          <p:cNvSpPr/>
          <p:nvPr/>
        </p:nvSpPr>
        <p:spPr>
          <a:xfrm>
            <a:off x="2342387" y="1600685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8" y="0"/>
                </a:lnTo>
                <a:lnTo>
                  <a:pt x="1911848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5" name="Freeform 95"/>
          <p:cNvSpPr/>
          <p:nvPr/>
        </p:nvSpPr>
        <p:spPr>
          <a:xfrm rot="-244622">
            <a:off x="14978818" y="7308653"/>
            <a:ext cx="1587845" cy="2190131"/>
          </a:xfrm>
          <a:custGeom>
            <a:avLst/>
            <a:gdLst/>
            <a:ahLst/>
            <a:cxnLst/>
            <a:rect l="l" t="t" r="r" b="b"/>
            <a:pathLst>
              <a:path w="1587845" h="2190131">
                <a:moveTo>
                  <a:pt x="0" y="0"/>
                </a:moveTo>
                <a:lnTo>
                  <a:pt x="1587845" y="0"/>
                </a:lnTo>
                <a:lnTo>
                  <a:pt x="1587845" y="2190131"/>
                </a:lnTo>
                <a:lnTo>
                  <a:pt x="0" y="21901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6" name="Freeform 96"/>
          <p:cNvSpPr/>
          <p:nvPr/>
        </p:nvSpPr>
        <p:spPr>
          <a:xfrm rot="254373">
            <a:off x="13718356" y="7760215"/>
            <a:ext cx="1260463" cy="1738569"/>
          </a:xfrm>
          <a:custGeom>
            <a:avLst/>
            <a:gdLst/>
            <a:ahLst/>
            <a:cxnLst/>
            <a:rect l="l" t="t" r="r" b="b"/>
            <a:pathLst>
              <a:path w="1260463" h="1738569">
                <a:moveTo>
                  <a:pt x="0" y="0"/>
                </a:moveTo>
                <a:lnTo>
                  <a:pt x="1260462" y="0"/>
                </a:lnTo>
                <a:lnTo>
                  <a:pt x="1260462" y="1738569"/>
                </a:lnTo>
                <a:lnTo>
                  <a:pt x="0" y="1738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7" name="TextBox 97"/>
          <p:cNvSpPr txBox="1"/>
          <p:nvPr/>
        </p:nvSpPr>
        <p:spPr>
          <a:xfrm>
            <a:off x="3010993" y="4008944"/>
            <a:ext cx="11036486" cy="163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788"/>
              </a:lnSpc>
              <a:spcBef>
                <a:spcPct val="0"/>
              </a:spcBef>
            </a:pPr>
            <a:r>
              <a:rPr lang="en-US" sz="10656">
                <a:solidFill>
                  <a:srgbClr val="503D36"/>
                </a:solidFill>
                <a:latin typeface="More Sugar"/>
              </a:rPr>
              <a:t>Bienestar Social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526840" y="4008944"/>
            <a:ext cx="12004792" cy="163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788"/>
              </a:lnSpc>
              <a:spcBef>
                <a:spcPct val="0"/>
              </a:spcBef>
            </a:pPr>
            <a:r>
              <a:rPr lang="en-US" sz="10656">
                <a:solidFill>
                  <a:srgbClr val="A2845F"/>
                </a:solidFill>
                <a:latin typeface="More Sugar"/>
              </a:rPr>
              <a:t>Bienestar Social</a:t>
            </a:r>
          </a:p>
        </p:txBody>
      </p:sp>
      <p:sp>
        <p:nvSpPr>
          <p:cNvPr id="99" name="Freeform 99"/>
          <p:cNvSpPr/>
          <p:nvPr/>
        </p:nvSpPr>
        <p:spPr>
          <a:xfrm>
            <a:off x="14241180" y="3600874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8" y="0"/>
                </a:lnTo>
                <a:lnTo>
                  <a:pt x="1911848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0" name="Freeform 100"/>
          <p:cNvSpPr/>
          <p:nvPr/>
        </p:nvSpPr>
        <p:spPr>
          <a:xfrm rot="1255237">
            <a:off x="2451491" y="7608820"/>
            <a:ext cx="1180043" cy="812600"/>
          </a:xfrm>
          <a:custGeom>
            <a:avLst/>
            <a:gdLst/>
            <a:ahLst/>
            <a:cxnLst/>
            <a:rect l="l" t="t" r="r" b="b"/>
            <a:pathLst>
              <a:path w="1180043" h="812600">
                <a:moveTo>
                  <a:pt x="0" y="0"/>
                </a:moveTo>
                <a:lnTo>
                  <a:pt x="1180044" y="0"/>
                </a:lnTo>
                <a:lnTo>
                  <a:pt x="1180044" y="812600"/>
                </a:lnTo>
                <a:lnTo>
                  <a:pt x="0" y="812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1" name="Freeform 101"/>
          <p:cNvSpPr/>
          <p:nvPr/>
        </p:nvSpPr>
        <p:spPr>
          <a:xfrm rot="-1453828" flipH="1">
            <a:off x="3742280" y="8108606"/>
            <a:ext cx="728793" cy="501861"/>
          </a:xfrm>
          <a:custGeom>
            <a:avLst/>
            <a:gdLst/>
            <a:ahLst/>
            <a:cxnLst/>
            <a:rect l="l" t="t" r="r" b="b"/>
            <a:pathLst>
              <a:path w="728793" h="501861">
                <a:moveTo>
                  <a:pt x="728794" y="0"/>
                </a:moveTo>
                <a:lnTo>
                  <a:pt x="0" y="0"/>
                </a:lnTo>
                <a:lnTo>
                  <a:pt x="0" y="501861"/>
                </a:lnTo>
                <a:lnTo>
                  <a:pt x="728794" y="501861"/>
                </a:lnTo>
                <a:lnTo>
                  <a:pt x="728794" y="0"/>
                </a:lnTo>
                <a:close/>
              </a:path>
            </a:pathLst>
          </a:custGeom>
          <a:blipFill>
            <a:blip r:embed="rId9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2" name="Freeform 102"/>
          <p:cNvSpPr/>
          <p:nvPr/>
        </p:nvSpPr>
        <p:spPr>
          <a:xfrm rot="-6902382" flipH="1">
            <a:off x="14814340" y="1405938"/>
            <a:ext cx="1011795" cy="696741"/>
          </a:xfrm>
          <a:custGeom>
            <a:avLst/>
            <a:gdLst/>
            <a:ahLst/>
            <a:cxnLst/>
            <a:rect l="l" t="t" r="r" b="b"/>
            <a:pathLst>
              <a:path w="1011795" h="696741">
                <a:moveTo>
                  <a:pt x="1011794" y="0"/>
                </a:moveTo>
                <a:lnTo>
                  <a:pt x="0" y="0"/>
                </a:lnTo>
                <a:lnTo>
                  <a:pt x="0" y="696741"/>
                </a:lnTo>
                <a:lnTo>
                  <a:pt x="1011794" y="696741"/>
                </a:lnTo>
                <a:lnTo>
                  <a:pt x="1011794" y="0"/>
                </a:lnTo>
                <a:close/>
              </a:path>
            </a:pathLst>
          </a:custGeom>
          <a:blipFill>
            <a:blip r:embed="rId9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3" name="Freeform 103"/>
          <p:cNvSpPr/>
          <p:nvPr/>
        </p:nvSpPr>
        <p:spPr>
          <a:xfrm>
            <a:off x="7740843" y="8537734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8" y="0"/>
                </a:lnTo>
                <a:lnTo>
                  <a:pt x="1911848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4" name="Freeform 104"/>
          <p:cNvSpPr/>
          <p:nvPr/>
        </p:nvSpPr>
        <p:spPr>
          <a:xfrm>
            <a:off x="6584354" y="5540972"/>
            <a:ext cx="4224826" cy="2785507"/>
          </a:xfrm>
          <a:custGeom>
            <a:avLst/>
            <a:gdLst/>
            <a:ahLst/>
            <a:cxnLst/>
            <a:rect l="l" t="t" r="r" b="b"/>
            <a:pathLst>
              <a:path w="4224826" h="2785507">
                <a:moveTo>
                  <a:pt x="0" y="0"/>
                </a:moveTo>
                <a:lnTo>
                  <a:pt x="4224826" y="0"/>
                </a:lnTo>
                <a:lnTo>
                  <a:pt x="4224826" y="2785506"/>
                </a:lnTo>
                <a:lnTo>
                  <a:pt x="0" y="27855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05" name="Group 105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106" name="TextBox 106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15" name="TextBox 115"/>
          <p:cNvSpPr txBox="1"/>
          <p:nvPr/>
        </p:nvSpPr>
        <p:spPr>
          <a:xfrm>
            <a:off x="3588024" y="2298922"/>
            <a:ext cx="11011455" cy="1068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</a:pPr>
            <a:r>
              <a:rPr lang="en-US" sz="5946" dirty="0">
                <a:solidFill>
                  <a:srgbClr val="1B4965"/>
                </a:solidFill>
                <a:latin typeface="League Spartan"/>
              </a:rPr>
              <a:t>CERTIFICADOS MÉDICOS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506451" y="-489697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15164201" y="2618086"/>
            <a:ext cx="2279617" cy="1191585"/>
            <a:chOff x="0" y="0"/>
            <a:chExt cx="3039489" cy="158878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5164201" y="3904500"/>
            <a:ext cx="2279617" cy="1191585"/>
            <a:chOff x="0" y="0"/>
            <a:chExt cx="3039489" cy="158878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5164201" y="5190915"/>
            <a:ext cx="2279617" cy="1191585"/>
            <a:chOff x="0" y="0"/>
            <a:chExt cx="3039489" cy="158878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15164201" y="6477329"/>
            <a:ext cx="2279617" cy="1191585"/>
            <a:chOff x="0" y="0"/>
            <a:chExt cx="3039489" cy="158878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15164201" y="7763743"/>
            <a:ext cx="2279617" cy="1191585"/>
            <a:chOff x="0" y="0"/>
            <a:chExt cx="3039489" cy="158878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9" name="Freeform 39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0" name="Group 40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41" name="TextBox 41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50" name="Freeform 50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1" name="Group 51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37094" y="1028700"/>
            <a:ext cx="14956138" cy="8229600"/>
            <a:chOff x="0" y="0"/>
            <a:chExt cx="3939065" cy="216746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40290" y="1622751"/>
            <a:ext cx="263115" cy="263115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40290" y="2470372"/>
            <a:ext cx="263115" cy="263115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540290" y="3317993"/>
            <a:ext cx="263115" cy="263115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40290" y="4165614"/>
            <a:ext cx="263115" cy="263115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540290" y="5013235"/>
            <a:ext cx="263115" cy="263115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40290" y="5860856"/>
            <a:ext cx="263115" cy="263115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40290" y="6708477"/>
            <a:ext cx="263115" cy="263115"/>
            <a:chOff x="0" y="0"/>
            <a:chExt cx="81280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540290" y="7556097"/>
            <a:ext cx="263115" cy="263115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40290" y="8403718"/>
            <a:ext cx="263115" cy="263115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5564542" y="1331671"/>
            <a:ext cx="2186870" cy="1191585"/>
            <a:chOff x="0" y="0"/>
            <a:chExt cx="595553" cy="32450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95553" cy="324506"/>
            </a:xfrm>
            <a:custGeom>
              <a:avLst/>
              <a:gdLst/>
              <a:ahLst/>
              <a:cxnLst/>
              <a:rect l="l" t="t" r="r" b="b"/>
              <a:pathLst>
                <a:path w="595553" h="324506">
                  <a:moveTo>
                    <a:pt x="88505" y="0"/>
                  </a:moveTo>
                  <a:lnTo>
                    <a:pt x="507048" y="0"/>
                  </a:lnTo>
                  <a:cubicBezTo>
                    <a:pt x="555928" y="0"/>
                    <a:pt x="595553" y="39625"/>
                    <a:pt x="595553" y="88505"/>
                  </a:cubicBezTo>
                  <a:lnTo>
                    <a:pt x="595553" y="236001"/>
                  </a:lnTo>
                  <a:cubicBezTo>
                    <a:pt x="595553" y="284881"/>
                    <a:pt x="555928" y="324506"/>
                    <a:pt x="507048" y="324506"/>
                  </a:cubicBezTo>
                  <a:lnTo>
                    <a:pt x="88505" y="324506"/>
                  </a:lnTo>
                  <a:cubicBezTo>
                    <a:pt x="39625" y="324506"/>
                    <a:pt x="0" y="284881"/>
                    <a:pt x="0" y="236001"/>
                  </a:cubicBezTo>
                  <a:lnTo>
                    <a:pt x="0" y="88505"/>
                  </a:lnTo>
                  <a:cubicBezTo>
                    <a:pt x="0" y="39625"/>
                    <a:pt x="39625" y="0"/>
                    <a:pt x="88505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28575"/>
              <a:ext cx="595553" cy="353081"/>
            </a:xfrm>
            <a:prstGeom prst="rect">
              <a:avLst/>
            </a:prstGeom>
          </p:spPr>
          <p:txBody>
            <a:bodyPr lIns="51986" tIns="51986" rIns="51986" bIns="519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2493695" y="3809671"/>
            <a:ext cx="7749807" cy="4710592"/>
            <a:chOff x="0" y="0"/>
            <a:chExt cx="2041102" cy="124065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041102" cy="1240650"/>
            </a:xfrm>
            <a:custGeom>
              <a:avLst/>
              <a:gdLst/>
              <a:ahLst/>
              <a:cxnLst/>
              <a:rect l="l" t="t" r="r" b="b"/>
              <a:pathLst>
                <a:path w="2041102" h="1240650">
                  <a:moveTo>
                    <a:pt x="59939" y="0"/>
                  </a:moveTo>
                  <a:lnTo>
                    <a:pt x="1981163" y="0"/>
                  </a:lnTo>
                  <a:cubicBezTo>
                    <a:pt x="1997059" y="0"/>
                    <a:pt x="2012305" y="6315"/>
                    <a:pt x="2023546" y="17556"/>
                  </a:cubicBezTo>
                  <a:cubicBezTo>
                    <a:pt x="2034787" y="28796"/>
                    <a:pt x="2041102" y="44042"/>
                    <a:pt x="2041102" y="59939"/>
                  </a:cubicBezTo>
                  <a:lnTo>
                    <a:pt x="2041102" y="1180711"/>
                  </a:lnTo>
                  <a:cubicBezTo>
                    <a:pt x="2041102" y="1213814"/>
                    <a:pt x="2014266" y="1240650"/>
                    <a:pt x="1981163" y="1240650"/>
                  </a:cubicBezTo>
                  <a:lnTo>
                    <a:pt x="59939" y="1240650"/>
                  </a:lnTo>
                  <a:cubicBezTo>
                    <a:pt x="44042" y="1240650"/>
                    <a:pt x="28796" y="1234335"/>
                    <a:pt x="17556" y="1223094"/>
                  </a:cubicBezTo>
                  <a:cubicBezTo>
                    <a:pt x="6315" y="1211853"/>
                    <a:pt x="0" y="1196607"/>
                    <a:pt x="0" y="1180711"/>
                  </a:cubicBezTo>
                  <a:lnTo>
                    <a:pt x="0" y="59939"/>
                  </a:lnTo>
                  <a:cubicBezTo>
                    <a:pt x="0" y="44042"/>
                    <a:pt x="6315" y="28796"/>
                    <a:pt x="17556" y="17556"/>
                  </a:cubicBezTo>
                  <a:cubicBezTo>
                    <a:pt x="28796" y="6315"/>
                    <a:pt x="44042" y="0"/>
                    <a:pt x="599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E76262"/>
              </a:solidFill>
              <a:prstDash val="lgDash"/>
              <a:rou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28575"/>
              <a:ext cx="2041102" cy="1269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0" name="Freeform 90"/>
          <p:cNvSpPr/>
          <p:nvPr/>
        </p:nvSpPr>
        <p:spPr>
          <a:xfrm>
            <a:off x="13915304" y="3449550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8" y="0"/>
                </a:lnTo>
                <a:lnTo>
                  <a:pt x="1911848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1" name="Freeform 91"/>
          <p:cNvSpPr/>
          <p:nvPr/>
        </p:nvSpPr>
        <p:spPr>
          <a:xfrm rot="1255237">
            <a:off x="2136994" y="7645083"/>
            <a:ext cx="1180043" cy="812600"/>
          </a:xfrm>
          <a:custGeom>
            <a:avLst/>
            <a:gdLst/>
            <a:ahLst/>
            <a:cxnLst/>
            <a:rect l="l" t="t" r="r" b="b"/>
            <a:pathLst>
              <a:path w="1180043" h="812600">
                <a:moveTo>
                  <a:pt x="0" y="0"/>
                </a:moveTo>
                <a:lnTo>
                  <a:pt x="1180043" y="0"/>
                </a:lnTo>
                <a:lnTo>
                  <a:pt x="1180043" y="812600"/>
                </a:lnTo>
                <a:lnTo>
                  <a:pt x="0" y="812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2" name="Freeform 92"/>
          <p:cNvSpPr/>
          <p:nvPr/>
        </p:nvSpPr>
        <p:spPr>
          <a:xfrm rot="-298565" flipH="1">
            <a:off x="3143090" y="8072793"/>
            <a:ext cx="728793" cy="501861"/>
          </a:xfrm>
          <a:custGeom>
            <a:avLst/>
            <a:gdLst/>
            <a:ahLst/>
            <a:cxnLst/>
            <a:rect l="l" t="t" r="r" b="b"/>
            <a:pathLst>
              <a:path w="728793" h="501861">
                <a:moveTo>
                  <a:pt x="728793" y="0"/>
                </a:moveTo>
                <a:lnTo>
                  <a:pt x="0" y="0"/>
                </a:lnTo>
                <a:lnTo>
                  <a:pt x="0" y="501861"/>
                </a:lnTo>
                <a:lnTo>
                  <a:pt x="728793" y="501861"/>
                </a:lnTo>
                <a:lnTo>
                  <a:pt x="728793" y="0"/>
                </a:lnTo>
                <a:close/>
              </a:path>
            </a:pathLst>
          </a:custGeom>
          <a:blipFill>
            <a:blip r:embed="rId8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3" name="Freeform 93"/>
          <p:cNvSpPr/>
          <p:nvPr/>
        </p:nvSpPr>
        <p:spPr>
          <a:xfrm>
            <a:off x="7232152" y="8117681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8" y="0"/>
                </a:lnTo>
                <a:lnTo>
                  <a:pt x="1911848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94" name="Group 94"/>
          <p:cNvGrpSpPr/>
          <p:nvPr/>
        </p:nvGrpSpPr>
        <p:grpSpPr>
          <a:xfrm>
            <a:off x="3715023" y="1419581"/>
            <a:ext cx="11449178" cy="1822316"/>
            <a:chOff x="0" y="0"/>
            <a:chExt cx="3015421" cy="47995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015421" cy="479952"/>
            </a:xfrm>
            <a:custGeom>
              <a:avLst/>
              <a:gdLst/>
              <a:ahLst/>
              <a:cxnLst/>
              <a:rect l="l" t="t" r="r" b="b"/>
              <a:pathLst>
                <a:path w="3015421" h="479952">
                  <a:moveTo>
                    <a:pt x="67620" y="0"/>
                  </a:moveTo>
                  <a:lnTo>
                    <a:pt x="2947801" y="0"/>
                  </a:lnTo>
                  <a:cubicBezTo>
                    <a:pt x="2965735" y="0"/>
                    <a:pt x="2982935" y="7124"/>
                    <a:pt x="2995616" y="19805"/>
                  </a:cubicBezTo>
                  <a:cubicBezTo>
                    <a:pt x="3008297" y="32487"/>
                    <a:pt x="3015421" y="49686"/>
                    <a:pt x="3015421" y="67620"/>
                  </a:cubicBezTo>
                  <a:lnTo>
                    <a:pt x="3015421" y="412332"/>
                  </a:lnTo>
                  <a:cubicBezTo>
                    <a:pt x="3015421" y="449677"/>
                    <a:pt x="2985147" y="479952"/>
                    <a:pt x="2947801" y="479952"/>
                  </a:cubicBezTo>
                  <a:lnTo>
                    <a:pt x="67620" y="479952"/>
                  </a:lnTo>
                  <a:cubicBezTo>
                    <a:pt x="49686" y="479952"/>
                    <a:pt x="32487" y="472827"/>
                    <a:pt x="19805" y="460146"/>
                  </a:cubicBezTo>
                  <a:cubicBezTo>
                    <a:pt x="7124" y="447465"/>
                    <a:pt x="0" y="430266"/>
                    <a:pt x="0" y="412332"/>
                  </a:cubicBezTo>
                  <a:lnTo>
                    <a:pt x="0" y="67620"/>
                  </a:lnTo>
                  <a:cubicBezTo>
                    <a:pt x="0" y="49686"/>
                    <a:pt x="7124" y="32487"/>
                    <a:pt x="19805" y="19805"/>
                  </a:cubicBezTo>
                  <a:cubicBezTo>
                    <a:pt x="32487" y="7124"/>
                    <a:pt x="49686" y="0"/>
                    <a:pt x="67620" y="0"/>
                  </a:cubicBezTo>
                  <a:close/>
                </a:path>
              </a:pathLst>
            </a:custGeom>
            <a:solidFill>
              <a:srgbClr val="FFCF91"/>
            </a:solidFill>
            <a:ln w="47625" cap="rnd">
              <a:solidFill>
                <a:srgbClr val="E76262"/>
              </a:solidFill>
              <a:prstDash val="lgDash"/>
              <a:rou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28575"/>
              <a:ext cx="3015421" cy="508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7" name="Freeform 97"/>
          <p:cNvSpPr/>
          <p:nvPr/>
        </p:nvSpPr>
        <p:spPr>
          <a:xfrm>
            <a:off x="10193342" y="4076695"/>
            <a:ext cx="5371200" cy="3974688"/>
          </a:xfrm>
          <a:custGeom>
            <a:avLst/>
            <a:gdLst/>
            <a:ahLst/>
            <a:cxnLst/>
            <a:rect l="l" t="t" r="r" b="b"/>
            <a:pathLst>
              <a:path w="5371200" h="3974688">
                <a:moveTo>
                  <a:pt x="0" y="0"/>
                </a:moveTo>
                <a:lnTo>
                  <a:pt x="5371200" y="0"/>
                </a:lnTo>
                <a:lnTo>
                  <a:pt x="5371200" y="3974688"/>
                </a:lnTo>
                <a:lnTo>
                  <a:pt x="0" y="39746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8" name="TextBox 98"/>
          <p:cNvSpPr txBox="1"/>
          <p:nvPr/>
        </p:nvSpPr>
        <p:spPr>
          <a:xfrm>
            <a:off x="2727016" y="4192396"/>
            <a:ext cx="7516487" cy="470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11"/>
              </a:lnSpc>
            </a:pPr>
            <a:r>
              <a:rPr lang="en-US" sz="3807">
                <a:solidFill>
                  <a:srgbClr val="503D36"/>
                </a:solidFill>
                <a:latin typeface="Sniglet"/>
              </a:rPr>
              <a:t>1. Jefe de tienda recibe certificado</a:t>
            </a:r>
          </a:p>
          <a:p>
            <a:pPr>
              <a:lnSpc>
                <a:spcPts val="5711"/>
              </a:lnSpc>
            </a:pPr>
            <a:endParaRPr lang="en-US" sz="3807">
              <a:solidFill>
                <a:srgbClr val="503D36"/>
              </a:solidFill>
              <a:latin typeface="Sniglet"/>
            </a:endParaRPr>
          </a:p>
          <a:p>
            <a:pPr>
              <a:lnSpc>
                <a:spcPts val="5711"/>
              </a:lnSpc>
            </a:pPr>
            <a:r>
              <a:rPr lang="en-US" sz="3807">
                <a:solidFill>
                  <a:srgbClr val="503D36"/>
                </a:solidFill>
                <a:latin typeface="Sniglet"/>
              </a:rPr>
              <a:t>2. Revisa información (validación)</a:t>
            </a:r>
          </a:p>
          <a:p>
            <a:pPr>
              <a:lnSpc>
                <a:spcPts val="5711"/>
              </a:lnSpc>
            </a:pPr>
            <a:endParaRPr lang="en-US" sz="3807">
              <a:solidFill>
                <a:srgbClr val="503D36"/>
              </a:solidFill>
              <a:latin typeface="Sniglet"/>
            </a:endParaRPr>
          </a:p>
          <a:p>
            <a:pPr>
              <a:lnSpc>
                <a:spcPts val="5711"/>
              </a:lnSpc>
            </a:pPr>
            <a:r>
              <a:rPr lang="en-US" sz="3807">
                <a:solidFill>
                  <a:srgbClr val="503D36"/>
                </a:solidFill>
                <a:latin typeface="Sniglet"/>
              </a:rPr>
              <a:t>3. Jefe de tienda sube al FORMS</a:t>
            </a:r>
          </a:p>
          <a:p>
            <a:pPr>
              <a:lnSpc>
                <a:spcPts val="4361"/>
              </a:lnSpc>
            </a:pPr>
            <a:endParaRPr lang="en-US" sz="3807">
              <a:solidFill>
                <a:srgbClr val="503D36"/>
              </a:solidFill>
              <a:latin typeface="Sniglet"/>
            </a:endParaRPr>
          </a:p>
          <a:p>
            <a:pPr marL="0" lvl="0" indent="0" algn="ctr">
              <a:lnSpc>
                <a:spcPts val="4361"/>
              </a:lnSpc>
              <a:spcBef>
                <a:spcPct val="0"/>
              </a:spcBef>
            </a:pPr>
            <a:endParaRPr lang="en-US" sz="3807">
              <a:solidFill>
                <a:srgbClr val="503D36"/>
              </a:solidFill>
              <a:latin typeface="Sniglet"/>
            </a:endParaRPr>
          </a:p>
        </p:txBody>
      </p:sp>
      <p:grpSp>
        <p:nvGrpSpPr>
          <p:cNvPr id="99" name="Group 99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100" name="TextBox 100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4541888" y="1754309"/>
            <a:ext cx="9795448" cy="2043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3"/>
              </a:lnSpc>
            </a:pPr>
            <a:r>
              <a:rPr lang="en-US" sz="4494">
                <a:solidFill>
                  <a:srgbClr val="503D36"/>
                </a:solidFill>
                <a:latin typeface="More Sugar"/>
              </a:rPr>
              <a:t>PROTOCOLO PARA RECEPCIÓN DE CERTIFICADOS MÉDICOS</a:t>
            </a:r>
          </a:p>
          <a:p>
            <a:pPr marL="0" lvl="0" indent="0" algn="ctr">
              <a:lnSpc>
                <a:spcPts val="5393"/>
              </a:lnSpc>
              <a:spcBef>
                <a:spcPct val="0"/>
              </a:spcBef>
            </a:pPr>
            <a:endParaRPr lang="en-US" sz="4494">
              <a:solidFill>
                <a:srgbClr val="503D36"/>
              </a:solidFill>
              <a:latin typeface="More Sug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844350" y="-26443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15164201" y="5190915"/>
            <a:ext cx="2279617" cy="1191585"/>
            <a:chOff x="0" y="0"/>
            <a:chExt cx="3039489" cy="158878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5164201" y="6477329"/>
            <a:ext cx="2279617" cy="1191585"/>
            <a:chOff x="0" y="0"/>
            <a:chExt cx="3039489" cy="158878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5164201" y="7763743"/>
            <a:ext cx="2279617" cy="1191585"/>
            <a:chOff x="0" y="0"/>
            <a:chExt cx="3039489" cy="158878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15256948" y="1331671"/>
            <a:ext cx="2186870" cy="1191585"/>
            <a:chOff x="0" y="0"/>
            <a:chExt cx="2915827" cy="158878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15256948" y="2618086"/>
            <a:ext cx="2186870" cy="1191585"/>
            <a:chOff x="0" y="0"/>
            <a:chExt cx="2915827" cy="158878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5564542" y="3904500"/>
            <a:ext cx="2186870" cy="1191585"/>
            <a:chOff x="0" y="0"/>
            <a:chExt cx="2915827" cy="158878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595553" cy="35308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28575"/>
                <a:ext cx="544201" cy="30520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47" name="TextBox 47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7" name="Freeform 57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8" name="Group 58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1" name="Freeform 61"/>
          <p:cNvSpPr/>
          <p:nvPr/>
        </p:nvSpPr>
        <p:spPr>
          <a:xfrm rot="372915">
            <a:off x="9343282" y="8377009"/>
            <a:ext cx="3017826" cy="145233"/>
          </a:xfrm>
          <a:custGeom>
            <a:avLst/>
            <a:gdLst/>
            <a:ahLst/>
            <a:cxnLst/>
            <a:rect l="l" t="t" r="r" b="b"/>
            <a:pathLst>
              <a:path w="3017826" h="145233">
                <a:moveTo>
                  <a:pt x="0" y="0"/>
                </a:moveTo>
                <a:lnTo>
                  <a:pt x="3017826" y="0"/>
                </a:lnTo>
                <a:lnTo>
                  <a:pt x="3017826" y="145232"/>
                </a:lnTo>
                <a:lnTo>
                  <a:pt x="0" y="145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62" name="Freeform 62"/>
          <p:cNvSpPr/>
          <p:nvPr/>
        </p:nvSpPr>
        <p:spPr>
          <a:xfrm rot="-320063">
            <a:off x="11954634" y="7251265"/>
            <a:ext cx="3940143" cy="189619"/>
          </a:xfrm>
          <a:custGeom>
            <a:avLst/>
            <a:gdLst/>
            <a:ahLst/>
            <a:cxnLst/>
            <a:rect l="l" t="t" r="r" b="b"/>
            <a:pathLst>
              <a:path w="3940143" h="189619">
                <a:moveTo>
                  <a:pt x="0" y="0"/>
                </a:moveTo>
                <a:lnTo>
                  <a:pt x="3940143" y="0"/>
                </a:lnTo>
                <a:lnTo>
                  <a:pt x="3940143" y="189620"/>
                </a:lnTo>
                <a:lnTo>
                  <a:pt x="0" y="18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63" name="Group 63"/>
          <p:cNvGrpSpPr/>
          <p:nvPr/>
        </p:nvGrpSpPr>
        <p:grpSpPr>
          <a:xfrm>
            <a:off x="1337094" y="1028700"/>
            <a:ext cx="14956138" cy="8229600"/>
            <a:chOff x="0" y="0"/>
            <a:chExt cx="3939065" cy="216746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40290" y="1622751"/>
            <a:ext cx="263115" cy="263115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540290" y="2470372"/>
            <a:ext cx="263115" cy="263115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40290" y="3317993"/>
            <a:ext cx="263115" cy="263115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40290" y="4165614"/>
            <a:ext cx="263115" cy="263115"/>
            <a:chOff x="0" y="0"/>
            <a:chExt cx="81280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540290" y="5013235"/>
            <a:ext cx="263115" cy="263115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40290" y="5860856"/>
            <a:ext cx="263115" cy="263115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540290" y="6708477"/>
            <a:ext cx="263115" cy="263115"/>
            <a:chOff x="0" y="0"/>
            <a:chExt cx="812800" cy="8128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540290" y="7556097"/>
            <a:ext cx="263115" cy="263115"/>
            <a:chOff x="0" y="0"/>
            <a:chExt cx="812800" cy="812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540290" y="8403718"/>
            <a:ext cx="263115" cy="263115"/>
            <a:chOff x="0" y="0"/>
            <a:chExt cx="812800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3" name="Freeform 93"/>
          <p:cNvSpPr/>
          <p:nvPr/>
        </p:nvSpPr>
        <p:spPr>
          <a:xfrm>
            <a:off x="13861901" y="8251362"/>
            <a:ext cx="1395047" cy="304713"/>
          </a:xfrm>
          <a:custGeom>
            <a:avLst/>
            <a:gdLst/>
            <a:ahLst/>
            <a:cxnLst/>
            <a:rect l="l" t="t" r="r" b="b"/>
            <a:pathLst>
              <a:path w="1395047" h="304713">
                <a:moveTo>
                  <a:pt x="0" y="0"/>
                </a:moveTo>
                <a:lnTo>
                  <a:pt x="1395047" y="0"/>
                </a:lnTo>
                <a:lnTo>
                  <a:pt x="1395047" y="304713"/>
                </a:lnTo>
                <a:lnTo>
                  <a:pt x="0" y="304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4" name="Freeform 94"/>
          <p:cNvSpPr/>
          <p:nvPr/>
        </p:nvSpPr>
        <p:spPr>
          <a:xfrm>
            <a:off x="6237776" y="8300603"/>
            <a:ext cx="1395047" cy="304713"/>
          </a:xfrm>
          <a:custGeom>
            <a:avLst/>
            <a:gdLst/>
            <a:ahLst/>
            <a:cxnLst/>
            <a:rect l="l" t="t" r="r" b="b"/>
            <a:pathLst>
              <a:path w="1395047" h="304713">
                <a:moveTo>
                  <a:pt x="0" y="0"/>
                </a:moveTo>
                <a:lnTo>
                  <a:pt x="1395047" y="0"/>
                </a:lnTo>
                <a:lnTo>
                  <a:pt x="1395047" y="304713"/>
                </a:lnTo>
                <a:lnTo>
                  <a:pt x="0" y="304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5" name="Freeform 95"/>
          <p:cNvSpPr/>
          <p:nvPr/>
        </p:nvSpPr>
        <p:spPr>
          <a:xfrm rot="-299626">
            <a:off x="9446534" y="1562612"/>
            <a:ext cx="1395047" cy="304713"/>
          </a:xfrm>
          <a:custGeom>
            <a:avLst/>
            <a:gdLst/>
            <a:ahLst/>
            <a:cxnLst/>
            <a:rect l="l" t="t" r="r" b="b"/>
            <a:pathLst>
              <a:path w="1395047" h="304713">
                <a:moveTo>
                  <a:pt x="0" y="0"/>
                </a:moveTo>
                <a:lnTo>
                  <a:pt x="1395046" y="0"/>
                </a:lnTo>
                <a:lnTo>
                  <a:pt x="1395046" y="304713"/>
                </a:lnTo>
                <a:lnTo>
                  <a:pt x="0" y="3047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6" name="Freeform 96"/>
          <p:cNvSpPr/>
          <p:nvPr/>
        </p:nvSpPr>
        <p:spPr>
          <a:xfrm rot="3319912" flipH="1">
            <a:off x="9005142" y="3927968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801563" y="0"/>
                </a:moveTo>
                <a:lnTo>
                  <a:pt x="0" y="0"/>
                </a:lnTo>
                <a:lnTo>
                  <a:pt x="0" y="693517"/>
                </a:lnTo>
                <a:lnTo>
                  <a:pt x="801563" y="693517"/>
                </a:lnTo>
                <a:lnTo>
                  <a:pt x="80156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3955" t="-48632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7" name="Freeform 97"/>
          <p:cNvSpPr/>
          <p:nvPr/>
        </p:nvSpPr>
        <p:spPr>
          <a:xfrm rot="-9526410" flipH="1">
            <a:off x="15071014" y="1527933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801563" y="0"/>
                </a:moveTo>
                <a:lnTo>
                  <a:pt x="0" y="0"/>
                </a:lnTo>
                <a:lnTo>
                  <a:pt x="0" y="693517"/>
                </a:lnTo>
                <a:lnTo>
                  <a:pt x="801563" y="693517"/>
                </a:lnTo>
                <a:lnTo>
                  <a:pt x="80156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3955" t="-48632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8" name="Freeform 98"/>
          <p:cNvSpPr/>
          <p:nvPr/>
        </p:nvSpPr>
        <p:spPr>
          <a:xfrm rot="-1090401">
            <a:off x="12972942" y="1677896"/>
            <a:ext cx="902449" cy="887056"/>
          </a:xfrm>
          <a:custGeom>
            <a:avLst/>
            <a:gdLst/>
            <a:ahLst/>
            <a:cxnLst/>
            <a:rect l="l" t="t" r="r" b="b"/>
            <a:pathLst>
              <a:path w="902449" h="887056">
                <a:moveTo>
                  <a:pt x="0" y="0"/>
                </a:moveTo>
                <a:lnTo>
                  <a:pt x="902449" y="0"/>
                </a:lnTo>
                <a:lnTo>
                  <a:pt x="902449" y="887055"/>
                </a:lnTo>
                <a:lnTo>
                  <a:pt x="0" y="8870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9" name="Freeform 99"/>
          <p:cNvSpPr/>
          <p:nvPr/>
        </p:nvSpPr>
        <p:spPr>
          <a:xfrm rot="196745">
            <a:off x="10766659" y="3899753"/>
            <a:ext cx="892263" cy="877044"/>
          </a:xfrm>
          <a:custGeom>
            <a:avLst/>
            <a:gdLst/>
            <a:ahLst/>
            <a:cxnLst/>
            <a:rect l="l" t="t" r="r" b="b"/>
            <a:pathLst>
              <a:path w="892263" h="877044">
                <a:moveTo>
                  <a:pt x="0" y="0"/>
                </a:moveTo>
                <a:lnTo>
                  <a:pt x="892263" y="0"/>
                </a:lnTo>
                <a:lnTo>
                  <a:pt x="892263" y="877043"/>
                </a:lnTo>
                <a:lnTo>
                  <a:pt x="0" y="87704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0" name="Freeform 100"/>
          <p:cNvSpPr/>
          <p:nvPr/>
        </p:nvSpPr>
        <p:spPr>
          <a:xfrm>
            <a:off x="3122893" y="1470992"/>
            <a:ext cx="514303" cy="1328013"/>
          </a:xfrm>
          <a:custGeom>
            <a:avLst/>
            <a:gdLst/>
            <a:ahLst/>
            <a:cxnLst/>
            <a:rect l="l" t="t" r="r" b="b"/>
            <a:pathLst>
              <a:path w="514303" h="1328013">
                <a:moveTo>
                  <a:pt x="0" y="0"/>
                </a:moveTo>
                <a:lnTo>
                  <a:pt x="514303" y="0"/>
                </a:lnTo>
                <a:lnTo>
                  <a:pt x="514303" y="1328012"/>
                </a:lnTo>
                <a:lnTo>
                  <a:pt x="0" y="13280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1" name="TextBox 101"/>
          <p:cNvSpPr txBox="1"/>
          <p:nvPr/>
        </p:nvSpPr>
        <p:spPr>
          <a:xfrm>
            <a:off x="2092529" y="1986598"/>
            <a:ext cx="10031163" cy="6025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94"/>
              </a:lnSpc>
            </a:pPr>
            <a:r>
              <a:rPr lang="en-US" sz="4596">
                <a:solidFill>
                  <a:srgbClr val="503D36"/>
                </a:solidFill>
                <a:latin typeface="Sniglet"/>
              </a:rPr>
              <a:t> </a:t>
            </a:r>
          </a:p>
          <a:p>
            <a:pPr>
              <a:lnSpc>
                <a:spcPts val="6894"/>
              </a:lnSpc>
            </a:pPr>
            <a:r>
              <a:rPr lang="en-US" sz="4596">
                <a:solidFill>
                  <a:srgbClr val="503D36"/>
                </a:solidFill>
                <a:latin typeface="Sniglet"/>
              </a:rPr>
              <a:t>4. Pasa correo  </a:t>
            </a:r>
          </a:p>
          <a:p>
            <a:pPr>
              <a:lnSpc>
                <a:spcPts val="6894"/>
              </a:lnSpc>
            </a:pPr>
            <a:endParaRPr lang="en-US" sz="4596">
              <a:solidFill>
                <a:srgbClr val="503D36"/>
              </a:solidFill>
              <a:latin typeface="Sniglet"/>
            </a:endParaRPr>
          </a:p>
          <a:p>
            <a:pPr>
              <a:lnSpc>
                <a:spcPts val="6894"/>
              </a:lnSpc>
            </a:pPr>
            <a:r>
              <a:rPr lang="en-US" sz="4596">
                <a:solidFill>
                  <a:srgbClr val="503D36"/>
                </a:solidFill>
                <a:latin typeface="Sniglet"/>
              </a:rPr>
              <a:t>5. Envía certificado original a oficinas   </a:t>
            </a:r>
          </a:p>
          <a:p>
            <a:pPr>
              <a:lnSpc>
                <a:spcPts val="6894"/>
              </a:lnSpc>
            </a:pPr>
            <a:r>
              <a:rPr lang="en-US" sz="4596">
                <a:solidFill>
                  <a:srgbClr val="503D36"/>
                </a:solidFill>
                <a:latin typeface="Sniglet"/>
              </a:rPr>
              <a:t>   Quito (con atención a BS) </a:t>
            </a:r>
          </a:p>
          <a:p>
            <a:pPr>
              <a:lnSpc>
                <a:spcPts val="6894"/>
              </a:lnSpc>
            </a:pPr>
            <a:r>
              <a:rPr lang="en-US" sz="4596">
                <a:solidFill>
                  <a:srgbClr val="503D36"/>
                </a:solidFill>
                <a:latin typeface="Sniglet"/>
              </a:rPr>
              <a:t> </a:t>
            </a:r>
          </a:p>
          <a:p>
            <a:pPr marL="0" lvl="0" indent="0">
              <a:lnSpc>
                <a:spcPts val="6894"/>
              </a:lnSpc>
              <a:spcBef>
                <a:spcPct val="0"/>
              </a:spcBef>
            </a:pPr>
            <a:r>
              <a:rPr lang="en-US" sz="4596">
                <a:solidFill>
                  <a:srgbClr val="503D36"/>
                </a:solidFill>
                <a:latin typeface="Sniglet"/>
              </a:rPr>
              <a:t>6. Bienestar Social revisa el documento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13472188" y="2408286"/>
            <a:ext cx="2092354" cy="2019121"/>
          </a:xfrm>
          <a:custGeom>
            <a:avLst/>
            <a:gdLst/>
            <a:ahLst/>
            <a:cxnLst/>
            <a:rect l="l" t="t" r="r" b="b"/>
            <a:pathLst>
              <a:path w="2092354" h="2019121">
                <a:moveTo>
                  <a:pt x="0" y="0"/>
                </a:moveTo>
                <a:lnTo>
                  <a:pt x="2092354" y="0"/>
                </a:lnTo>
                <a:lnTo>
                  <a:pt x="2092354" y="2019122"/>
                </a:lnTo>
                <a:lnTo>
                  <a:pt x="0" y="201912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3" name="Freeform 103"/>
          <p:cNvSpPr/>
          <p:nvPr/>
        </p:nvSpPr>
        <p:spPr>
          <a:xfrm>
            <a:off x="11804451" y="4121214"/>
            <a:ext cx="3760091" cy="3327681"/>
          </a:xfrm>
          <a:custGeom>
            <a:avLst/>
            <a:gdLst/>
            <a:ahLst/>
            <a:cxnLst/>
            <a:rect l="l" t="t" r="r" b="b"/>
            <a:pathLst>
              <a:path w="3760091" h="3327681">
                <a:moveTo>
                  <a:pt x="0" y="0"/>
                </a:moveTo>
                <a:lnTo>
                  <a:pt x="3760091" y="0"/>
                </a:lnTo>
                <a:lnTo>
                  <a:pt x="3760091" y="3327681"/>
                </a:lnTo>
                <a:lnTo>
                  <a:pt x="0" y="332768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04" name="Group 104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105" name="TextBox 105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844350" y="-26443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15164201" y="6477329"/>
            <a:ext cx="2279617" cy="1191585"/>
            <a:chOff x="0" y="0"/>
            <a:chExt cx="3039489" cy="158878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5164201" y="7763743"/>
            <a:ext cx="2279617" cy="1191585"/>
            <a:chOff x="0" y="0"/>
            <a:chExt cx="3039489" cy="158878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5256948" y="1331671"/>
            <a:ext cx="2186870" cy="1191585"/>
            <a:chOff x="0" y="0"/>
            <a:chExt cx="2915827" cy="158878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15256948" y="2618086"/>
            <a:ext cx="2186870" cy="1191585"/>
            <a:chOff x="0" y="0"/>
            <a:chExt cx="2915827" cy="158878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15256948" y="3904921"/>
            <a:ext cx="2186870" cy="1191585"/>
            <a:chOff x="0" y="0"/>
            <a:chExt cx="2915827" cy="158878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9" name="Freeform 39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0" name="Group 40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41" name="TextBox 41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50" name="Freeform 50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1" name="Group 51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94244" y="1028700"/>
            <a:ext cx="14956138" cy="8229600"/>
            <a:chOff x="0" y="0"/>
            <a:chExt cx="3939065" cy="216746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564542" y="5190915"/>
            <a:ext cx="2186870" cy="1191585"/>
            <a:chOff x="0" y="0"/>
            <a:chExt cx="595553" cy="32450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95553" cy="324506"/>
            </a:xfrm>
            <a:custGeom>
              <a:avLst/>
              <a:gdLst/>
              <a:ahLst/>
              <a:cxnLst/>
              <a:rect l="l" t="t" r="r" b="b"/>
              <a:pathLst>
                <a:path w="595553" h="324506">
                  <a:moveTo>
                    <a:pt x="88505" y="0"/>
                  </a:moveTo>
                  <a:lnTo>
                    <a:pt x="507048" y="0"/>
                  </a:lnTo>
                  <a:cubicBezTo>
                    <a:pt x="555928" y="0"/>
                    <a:pt x="595553" y="39625"/>
                    <a:pt x="595553" y="88505"/>
                  </a:cubicBezTo>
                  <a:lnTo>
                    <a:pt x="595553" y="236001"/>
                  </a:lnTo>
                  <a:cubicBezTo>
                    <a:pt x="595553" y="284881"/>
                    <a:pt x="555928" y="324506"/>
                    <a:pt x="507048" y="324506"/>
                  </a:cubicBezTo>
                  <a:lnTo>
                    <a:pt x="88505" y="324506"/>
                  </a:lnTo>
                  <a:cubicBezTo>
                    <a:pt x="39625" y="324506"/>
                    <a:pt x="0" y="284881"/>
                    <a:pt x="0" y="236001"/>
                  </a:cubicBezTo>
                  <a:lnTo>
                    <a:pt x="0" y="88505"/>
                  </a:lnTo>
                  <a:cubicBezTo>
                    <a:pt x="0" y="39625"/>
                    <a:pt x="39625" y="0"/>
                    <a:pt x="88505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595553" cy="353081"/>
            </a:xfrm>
            <a:prstGeom prst="rect">
              <a:avLst/>
            </a:prstGeom>
          </p:spPr>
          <p:txBody>
            <a:bodyPr lIns="51986" tIns="51986" rIns="51986" bIns="519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40290" y="1622751"/>
            <a:ext cx="263115" cy="263115"/>
            <a:chOff x="0" y="0"/>
            <a:chExt cx="812800" cy="812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540290" y="2470372"/>
            <a:ext cx="263115" cy="263115"/>
            <a:chOff x="0" y="0"/>
            <a:chExt cx="812800" cy="812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40290" y="3317993"/>
            <a:ext cx="263115" cy="263115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540290" y="4165614"/>
            <a:ext cx="263115" cy="263115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40290" y="5013235"/>
            <a:ext cx="263115" cy="263115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40290" y="5860856"/>
            <a:ext cx="263115" cy="263115"/>
            <a:chOff x="0" y="0"/>
            <a:chExt cx="81280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540290" y="6708477"/>
            <a:ext cx="263115" cy="263115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40290" y="7556097"/>
            <a:ext cx="263115" cy="263115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540290" y="8403718"/>
            <a:ext cx="263115" cy="263115"/>
            <a:chOff x="0" y="0"/>
            <a:chExt cx="812800" cy="8128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7" name="AutoShape 87"/>
          <p:cNvSpPr/>
          <p:nvPr/>
        </p:nvSpPr>
        <p:spPr>
          <a:xfrm flipH="1" flipV="1">
            <a:off x="8355732" y="1754979"/>
            <a:ext cx="3158245" cy="3196855"/>
          </a:xfrm>
          <a:prstGeom prst="line">
            <a:avLst/>
          </a:prstGeom>
          <a:ln w="47625" cap="flat">
            <a:solidFill>
              <a:srgbClr val="E76262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88" name="AutoShape 88"/>
          <p:cNvSpPr/>
          <p:nvPr/>
        </p:nvSpPr>
        <p:spPr>
          <a:xfrm flipV="1">
            <a:off x="4474979" y="1756397"/>
            <a:ext cx="3865585" cy="3194020"/>
          </a:xfrm>
          <a:prstGeom prst="line">
            <a:avLst/>
          </a:prstGeom>
          <a:ln w="47625" cap="flat">
            <a:solidFill>
              <a:srgbClr val="E76262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89" name="Freeform 89"/>
          <p:cNvSpPr/>
          <p:nvPr/>
        </p:nvSpPr>
        <p:spPr>
          <a:xfrm>
            <a:off x="8077726" y="8720550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8" y="0"/>
                </a:lnTo>
                <a:lnTo>
                  <a:pt x="1911848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0" name="Freeform 90"/>
          <p:cNvSpPr/>
          <p:nvPr/>
        </p:nvSpPr>
        <p:spPr>
          <a:xfrm>
            <a:off x="1894270" y="1885866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9" y="0"/>
                </a:lnTo>
                <a:lnTo>
                  <a:pt x="1911849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1" name="Freeform 91"/>
          <p:cNvSpPr/>
          <p:nvPr/>
        </p:nvSpPr>
        <p:spPr>
          <a:xfrm rot="-8982838" flipH="1" flipV="1">
            <a:off x="3819658" y="4490489"/>
            <a:ext cx="1011795" cy="696741"/>
          </a:xfrm>
          <a:custGeom>
            <a:avLst/>
            <a:gdLst/>
            <a:ahLst/>
            <a:cxnLst/>
            <a:rect l="l" t="t" r="r" b="b"/>
            <a:pathLst>
              <a:path w="1011795" h="696741">
                <a:moveTo>
                  <a:pt x="1011794" y="696741"/>
                </a:moveTo>
                <a:lnTo>
                  <a:pt x="0" y="696741"/>
                </a:lnTo>
                <a:lnTo>
                  <a:pt x="0" y="0"/>
                </a:lnTo>
                <a:lnTo>
                  <a:pt x="1011794" y="0"/>
                </a:lnTo>
                <a:lnTo>
                  <a:pt x="1011794" y="696741"/>
                </a:lnTo>
                <a:close/>
              </a:path>
            </a:pathLst>
          </a:custGeom>
          <a:blipFill>
            <a:blip r:embed="rId8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2" name="Freeform 92"/>
          <p:cNvSpPr/>
          <p:nvPr/>
        </p:nvSpPr>
        <p:spPr>
          <a:xfrm rot="9777171" flipV="1">
            <a:off x="13729012" y="7950387"/>
            <a:ext cx="1011795" cy="696741"/>
          </a:xfrm>
          <a:custGeom>
            <a:avLst/>
            <a:gdLst/>
            <a:ahLst/>
            <a:cxnLst/>
            <a:rect l="l" t="t" r="r" b="b"/>
            <a:pathLst>
              <a:path w="1011795" h="696741">
                <a:moveTo>
                  <a:pt x="0" y="696741"/>
                </a:moveTo>
                <a:lnTo>
                  <a:pt x="1011794" y="696741"/>
                </a:lnTo>
                <a:lnTo>
                  <a:pt x="1011794" y="0"/>
                </a:lnTo>
                <a:lnTo>
                  <a:pt x="0" y="0"/>
                </a:lnTo>
                <a:lnTo>
                  <a:pt x="0" y="696741"/>
                </a:lnTo>
                <a:close/>
              </a:path>
            </a:pathLst>
          </a:custGeom>
          <a:blipFill>
            <a:blip r:embed="rId8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3" name="Freeform 93"/>
          <p:cNvSpPr/>
          <p:nvPr/>
        </p:nvSpPr>
        <p:spPr>
          <a:xfrm>
            <a:off x="13066175" y="2470372"/>
            <a:ext cx="1911848" cy="417595"/>
          </a:xfrm>
          <a:custGeom>
            <a:avLst/>
            <a:gdLst/>
            <a:ahLst/>
            <a:cxnLst/>
            <a:rect l="l" t="t" r="r" b="b"/>
            <a:pathLst>
              <a:path w="1911848" h="417595">
                <a:moveTo>
                  <a:pt x="0" y="0"/>
                </a:moveTo>
                <a:lnTo>
                  <a:pt x="1911848" y="0"/>
                </a:lnTo>
                <a:lnTo>
                  <a:pt x="1911848" y="417595"/>
                </a:lnTo>
                <a:lnTo>
                  <a:pt x="0" y="41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4" name="Freeform 94"/>
          <p:cNvSpPr/>
          <p:nvPr/>
        </p:nvSpPr>
        <p:spPr>
          <a:xfrm rot="-1726704">
            <a:off x="1989256" y="7921648"/>
            <a:ext cx="734190" cy="714918"/>
          </a:xfrm>
          <a:custGeom>
            <a:avLst/>
            <a:gdLst/>
            <a:ahLst/>
            <a:cxnLst/>
            <a:rect l="l" t="t" r="r" b="b"/>
            <a:pathLst>
              <a:path w="734190" h="714918">
                <a:moveTo>
                  <a:pt x="0" y="0"/>
                </a:moveTo>
                <a:lnTo>
                  <a:pt x="734190" y="0"/>
                </a:lnTo>
                <a:lnTo>
                  <a:pt x="734190" y="714918"/>
                </a:lnTo>
                <a:lnTo>
                  <a:pt x="0" y="7149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5" name="Freeform 95"/>
          <p:cNvSpPr/>
          <p:nvPr/>
        </p:nvSpPr>
        <p:spPr>
          <a:xfrm rot="-9364023">
            <a:off x="10853355" y="4122048"/>
            <a:ext cx="1321244" cy="1286561"/>
          </a:xfrm>
          <a:custGeom>
            <a:avLst/>
            <a:gdLst/>
            <a:ahLst/>
            <a:cxnLst/>
            <a:rect l="l" t="t" r="r" b="b"/>
            <a:pathLst>
              <a:path w="1321244" h="1286561">
                <a:moveTo>
                  <a:pt x="0" y="0"/>
                </a:moveTo>
                <a:lnTo>
                  <a:pt x="1321244" y="0"/>
                </a:lnTo>
                <a:lnTo>
                  <a:pt x="1321244" y="1286561"/>
                </a:lnTo>
                <a:lnTo>
                  <a:pt x="0" y="12865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6" name="Freeform 96"/>
          <p:cNvSpPr/>
          <p:nvPr/>
        </p:nvSpPr>
        <p:spPr>
          <a:xfrm>
            <a:off x="5930326" y="1470992"/>
            <a:ext cx="4313176" cy="3240274"/>
          </a:xfrm>
          <a:custGeom>
            <a:avLst/>
            <a:gdLst/>
            <a:ahLst/>
            <a:cxnLst/>
            <a:rect l="l" t="t" r="r" b="b"/>
            <a:pathLst>
              <a:path w="4313176" h="3240274">
                <a:moveTo>
                  <a:pt x="0" y="0"/>
                </a:moveTo>
                <a:lnTo>
                  <a:pt x="4313176" y="0"/>
                </a:lnTo>
                <a:lnTo>
                  <a:pt x="4313176" y="3240273"/>
                </a:lnTo>
                <a:lnTo>
                  <a:pt x="0" y="32402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97" name="Group 97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98" name="TextBox 98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1962277" y="5280516"/>
            <a:ext cx="13457857" cy="238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479"/>
              </a:lnSpc>
              <a:spcBef>
                <a:spcPct val="0"/>
              </a:spcBef>
            </a:pPr>
            <a:r>
              <a:rPr lang="en-US" sz="4319">
                <a:solidFill>
                  <a:srgbClr val="503D36"/>
                </a:solidFill>
                <a:latin typeface="Sniglet"/>
              </a:rPr>
              <a:t>7. En el caso de presentar alguna novedad en el documento, se notificará al jefe de la tienda para que los colaboradores realicen el trámite correspondiente.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844350" y="-26443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5" name="TextBox 5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/>
          <p:nvPr/>
        </p:nvGrpSpPr>
        <p:grpSpPr>
          <a:xfrm>
            <a:off x="15164201" y="2618086"/>
            <a:ext cx="2279617" cy="1191585"/>
            <a:chOff x="0" y="0"/>
            <a:chExt cx="3039489" cy="158878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15164201" y="3904500"/>
            <a:ext cx="2279617" cy="1191585"/>
            <a:chOff x="0" y="0"/>
            <a:chExt cx="3039489" cy="158878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15164201" y="5190915"/>
            <a:ext cx="2279617" cy="1191585"/>
            <a:chOff x="0" y="0"/>
            <a:chExt cx="3039489" cy="158878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15164201" y="6477329"/>
            <a:ext cx="2279617" cy="1191585"/>
            <a:chOff x="0" y="0"/>
            <a:chExt cx="3039489" cy="158878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15164201" y="7763743"/>
            <a:ext cx="2279617" cy="1191585"/>
            <a:chOff x="0" y="0"/>
            <a:chExt cx="3039489" cy="158878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15564542" y="1331671"/>
            <a:ext cx="2186870" cy="1191585"/>
            <a:chOff x="0" y="0"/>
            <a:chExt cx="2915827" cy="158878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7" name="Freeform 57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8" name="Group 58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37094" y="1028700"/>
            <a:ext cx="14956138" cy="8229600"/>
            <a:chOff x="0" y="0"/>
            <a:chExt cx="3939065" cy="21674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40290" y="1622751"/>
            <a:ext cx="263115" cy="7044082"/>
            <a:chOff x="0" y="0"/>
            <a:chExt cx="350819" cy="9392109"/>
          </a:xfrm>
        </p:grpSpPr>
        <p:grpSp>
          <p:nvGrpSpPr>
            <p:cNvPr id="65" name="Group 65"/>
            <p:cNvGrpSpPr/>
            <p:nvPr/>
          </p:nvGrpSpPr>
          <p:grpSpPr>
            <a:xfrm>
              <a:off x="0" y="0"/>
              <a:ext cx="350819" cy="350819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0" y="1130161"/>
              <a:ext cx="350819" cy="350819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0" y="2260322"/>
              <a:ext cx="350819" cy="350819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0" y="3390484"/>
              <a:ext cx="350819" cy="350819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0" y="4520645"/>
              <a:ext cx="350819" cy="350819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0" y="5650806"/>
              <a:ext cx="350819" cy="350819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0" y="6780967"/>
              <a:ext cx="350819" cy="350819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0" y="7911128"/>
              <a:ext cx="350819" cy="350819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0" y="9041289"/>
              <a:ext cx="350819" cy="350819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2" name="Group 92"/>
          <p:cNvGrpSpPr/>
          <p:nvPr/>
        </p:nvGrpSpPr>
        <p:grpSpPr>
          <a:xfrm>
            <a:off x="9144000" y="2583992"/>
            <a:ext cx="6327796" cy="5961365"/>
            <a:chOff x="0" y="0"/>
            <a:chExt cx="1666580" cy="157007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666580" cy="1570071"/>
            </a:xfrm>
            <a:custGeom>
              <a:avLst/>
              <a:gdLst/>
              <a:ahLst/>
              <a:cxnLst/>
              <a:rect l="l" t="t" r="r" b="b"/>
              <a:pathLst>
                <a:path w="1666580" h="1570071">
                  <a:moveTo>
                    <a:pt x="61174" y="0"/>
                  </a:moveTo>
                  <a:lnTo>
                    <a:pt x="1605406" y="0"/>
                  </a:lnTo>
                  <a:cubicBezTo>
                    <a:pt x="1621630" y="0"/>
                    <a:pt x="1637190" y="6445"/>
                    <a:pt x="1648663" y="17917"/>
                  </a:cubicBezTo>
                  <a:cubicBezTo>
                    <a:pt x="1660135" y="29390"/>
                    <a:pt x="1666580" y="44950"/>
                    <a:pt x="1666580" y="61174"/>
                  </a:cubicBezTo>
                  <a:lnTo>
                    <a:pt x="1666580" y="1508898"/>
                  </a:lnTo>
                  <a:cubicBezTo>
                    <a:pt x="1666580" y="1525122"/>
                    <a:pt x="1660135" y="1540682"/>
                    <a:pt x="1648663" y="1552154"/>
                  </a:cubicBezTo>
                  <a:cubicBezTo>
                    <a:pt x="1637190" y="1563626"/>
                    <a:pt x="1621630" y="1570071"/>
                    <a:pt x="1605406" y="1570071"/>
                  </a:cubicBezTo>
                  <a:lnTo>
                    <a:pt x="61174" y="1570071"/>
                  </a:lnTo>
                  <a:cubicBezTo>
                    <a:pt x="44950" y="1570071"/>
                    <a:pt x="29390" y="1563626"/>
                    <a:pt x="17917" y="1552154"/>
                  </a:cubicBezTo>
                  <a:cubicBezTo>
                    <a:pt x="6445" y="1540682"/>
                    <a:pt x="0" y="1525122"/>
                    <a:pt x="0" y="1508898"/>
                  </a:cubicBezTo>
                  <a:lnTo>
                    <a:pt x="0" y="61174"/>
                  </a:lnTo>
                  <a:cubicBezTo>
                    <a:pt x="0" y="44950"/>
                    <a:pt x="6445" y="29390"/>
                    <a:pt x="17917" y="17917"/>
                  </a:cubicBezTo>
                  <a:cubicBezTo>
                    <a:pt x="29390" y="6445"/>
                    <a:pt x="44950" y="0"/>
                    <a:pt x="611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E76262"/>
              </a:solidFill>
              <a:prstDash val="lgDash"/>
              <a:rou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28575"/>
              <a:ext cx="1666580" cy="1598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2507810" y="2612011"/>
            <a:ext cx="6327796" cy="5961365"/>
            <a:chOff x="0" y="0"/>
            <a:chExt cx="1666580" cy="1570071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666580" cy="1570071"/>
            </a:xfrm>
            <a:custGeom>
              <a:avLst/>
              <a:gdLst/>
              <a:ahLst/>
              <a:cxnLst/>
              <a:rect l="l" t="t" r="r" b="b"/>
              <a:pathLst>
                <a:path w="1666580" h="1570071">
                  <a:moveTo>
                    <a:pt x="61174" y="0"/>
                  </a:moveTo>
                  <a:lnTo>
                    <a:pt x="1605406" y="0"/>
                  </a:lnTo>
                  <a:cubicBezTo>
                    <a:pt x="1621630" y="0"/>
                    <a:pt x="1637190" y="6445"/>
                    <a:pt x="1648663" y="17917"/>
                  </a:cubicBezTo>
                  <a:cubicBezTo>
                    <a:pt x="1660135" y="29390"/>
                    <a:pt x="1666580" y="44950"/>
                    <a:pt x="1666580" y="61174"/>
                  </a:cubicBezTo>
                  <a:lnTo>
                    <a:pt x="1666580" y="1508898"/>
                  </a:lnTo>
                  <a:cubicBezTo>
                    <a:pt x="1666580" y="1525122"/>
                    <a:pt x="1660135" y="1540682"/>
                    <a:pt x="1648663" y="1552154"/>
                  </a:cubicBezTo>
                  <a:cubicBezTo>
                    <a:pt x="1637190" y="1563626"/>
                    <a:pt x="1621630" y="1570071"/>
                    <a:pt x="1605406" y="1570071"/>
                  </a:cubicBezTo>
                  <a:lnTo>
                    <a:pt x="61174" y="1570071"/>
                  </a:lnTo>
                  <a:cubicBezTo>
                    <a:pt x="44950" y="1570071"/>
                    <a:pt x="29390" y="1563626"/>
                    <a:pt x="17917" y="1552154"/>
                  </a:cubicBezTo>
                  <a:cubicBezTo>
                    <a:pt x="6445" y="1540682"/>
                    <a:pt x="0" y="1525122"/>
                    <a:pt x="0" y="1508898"/>
                  </a:cubicBezTo>
                  <a:lnTo>
                    <a:pt x="0" y="61174"/>
                  </a:lnTo>
                  <a:cubicBezTo>
                    <a:pt x="0" y="44950"/>
                    <a:pt x="6445" y="29390"/>
                    <a:pt x="17917" y="17917"/>
                  </a:cubicBezTo>
                  <a:cubicBezTo>
                    <a:pt x="29390" y="6445"/>
                    <a:pt x="44950" y="0"/>
                    <a:pt x="611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E76262"/>
              </a:solidFill>
              <a:prstDash val="lgDash"/>
              <a:rou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28575"/>
              <a:ext cx="1666580" cy="1598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254920" y="3595955"/>
            <a:ext cx="244068" cy="244068"/>
            <a:chOff x="0" y="0"/>
            <a:chExt cx="812800" cy="8128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254920" y="4382219"/>
            <a:ext cx="244068" cy="244068"/>
            <a:chOff x="0" y="0"/>
            <a:chExt cx="812800" cy="8128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254920" y="5168483"/>
            <a:ext cx="244068" cy="244068"/>
            <a:chOff x="0" y="0"/>
            <a:chExt cx="812800" cy="8128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254920" y="5954747"/>
            <a:ext cx="244068" cy="244068"/>
            <a:chOff x="0" y="0"/>
            <a:chExt cx="812800" cy="8128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254920" y="6741011"/>
            <a:ext cx="244068" cy="244068"/>
            <a:chOff x="0" y="0"/>
            <a:chExt cx="812800" cy="8128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54920" y="7527274"/>
            <a:ext cx="244068" cy="244068"/>
            <a:chOff x="0" y="0"/>
            <a:chExt cx="812800" cy="8128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479191" y="3595955"/>
            <a:ext cx="244068" cy="244068"/>
            <a:chOff x="0" y="0"/>
            <a:chExt cx="812800" cy="81280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8479191" y="4382219"/>
            <a:ext cx="244068" cy="244068"/>
            <a:chOff x="0" y="0"/>
            <a:chExt cx="812800" cy="8128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8479191" y="5168483"/>
            <a:ext cx="244068" cy="244068"/>
            <a:chOff x="0" y="0"/>
            <a:chExt cx="812800" cy="81280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479191" y="5954747"/>
            <a:ext cx="244068" cy="244068"/>
            <a:chOff x="0" y="0"/>
            <a:chExt cx="812800" cy="81280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8479191" y="6741011"/>
            <a:ext cx="244068" cy="244068"/>
            <a:chOff x="0" y="0"/>
            <a:chExt cx="812800" cy="81280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479191" y="7527274"/>
            <a:ext cx="244068" cy="244068"/>
            <a:chOff x="0" y="0"/>
            <a:chExt cx="812800" cy="81280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4" name="TextBox 134"/>
          <p:cNvSpPr txBox="1"/>
          <p:nvPr/>
        </p:nvSpPr>
        <p:spPr>
          <a:xfrm rot="5400000">
            <a:off x="8860700" y="6312532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4308162" y="1149178"/>
            <a:ext cx="1897572" cy="1674608"/>
          </a:xfrm>
          <a:custGeom>
            <a:avLst/>
            <a:gdLst/>
            <a:ahLst/>
            <a:cxnLst/>
            <a:rect l="l" t="t" r="r" b="b"/>
            <a:pathLst>
              <a:path w="1897572" h="1674608">
                <a:moveTo>
                  <a:pt x="0" y="0"/>
                </a:moveTo>
                <a:lnTo>
                  <a:pt x="1897572" y="0"/>
                </a:lnTo>
                <a:lnTo>
                  <a:pt x="1897572" y="1674608"/>
                </a:lnTo>
                <a:lnTo>
                  <a:pt x="0" y="1674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6" name="Freeform 136"/>
          <p:cNvSpPr/>
          <p:nvPr/>
        </p:nvSpPr>
        <p:spPr>
          <a:xfrm>
            <a:off x="3018566" y="1745323"/>
            <a:ext cx="1395047" cy="304713"/>
          </a:xfrm>
          <a:custGeom>
            <a:avLst/>
            <a:gdLst/>
            <a:ahLst/>
            <a:cxnLst/>
            <a:rect l="l" t="t" r="r" b="b"/>
            <a:pathLst>
              <a:path w="1395047" h="304713">
                <a:moveTo>
                  <a:pt x="0" y="0"/>
                </a:moveTo>
                <a:lnTo>
                  <a:pt x="1395046" y="0"/>
                </a:lnTo>
                <a:lnTo>
                  <a:pt x="1395046" y="304713"/>
                </a:lnTo>
                <a:lnTo>
                  <a:pt x="0" y="3047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7" name="Freeform 137"/>
          <p:cNvSpPr/>
          <p:nvPr/>
        </p:nvSpPr>
        <p:spPr>
          <a:xfrm rot="-63734">
            <a:off x="2782976" y="3080172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0" y="0"/>
                </a:moveTo>
                <a:lnTo>
                  <a:pt x="801563" y="0"/>
                </a:lnTo>
                <a:lnTo>
                  <a:pt x="801563" y="693516"/>
                </a:lnTo>
                <a:lnTo>
                  <a:pt x="0" y="6935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8" name="Freeform 138"/>
          <p:cNvSpPr/>
          <p:nvPr/>
        </p:nvSpPr>
        <p:spPr>
          <a:xfrm rot="-3955797" flipH="1" flipV="1">
            <a:off x="14751050" y="8020834"/>
            <a:ext cx="1011795" cy="696741"/>
          </a:xfrm>
          <a:custGeom>
            <a:avLst/>
            <a:gdLst/>
            <a:ahLst/>
            <a:cxnLst/>
            <a:rect l="l" t="t" r="r" b="b"/>
            <a:pathLst>
              <a:path w="1011795" h="696741">
                <a:moveTo>
                  <a:pt x="1011795" y="696741"/>
                </a:moveTo>
                <a:lnTo>
                  <a:pt x="0" y="696741"/>
                </a:lnTo>
                <a:lnTo>
                  <a:pt x="0" y="0"/>
                </a:lnTo>
                <a:lnTo>
                  <a:pt x="1011795" y="0"/>
                </a:lnTo>
                <a:lnTo>
                  <a:pt x="1011795" y="696741"/>
                </a:lnTo>
                <a:close/>
              </a:path>
            </a:pathLst>
          </a:custGeom>
          <a:blipFill>
            <a:blip r:embed="rId11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9" name="Freeform 139"/>
          <p:cNvSpPr/>
          <p:nvPr/>
        </p:nvSpPr>
        <p:spPr>
          <a:xfrm rot="107698">
            <a:off x="9541284" y="3226262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0" y="0"/>
                </a:moveTo>
                <a:lnTo>
                  <a:pt x="801563" y="0"/>
                </a:lnTo>
                <a:lnTo>
                  <a:pt x="801563" y="693516"/>
                </a:lnTo>
                <a:lnTo>
                  <a:pt x="0" y="6935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0" name="Freeform 140"/>
          <p:cNvSpPr/>
          <p:nvPr/>
        </p:nvSpPr>
        <p:spPr>
          <a:xfrm rot="248596" flipH="1" flipV="1">
            <a:off x="14955789" y="4929591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801563" y="693517"/>
                </a:moveTo>
                <a:lnTo>
                  <a:pt x="0" y="693517"/>
                </a:lnTo>
                <a:lnTo>
                  <a:pt x="0" y="0"/>
                </a:lnTo>
                <a:lnTo>
                  <a:pt x="801563" y="0"/>
                </a:lnTo>
                <a:lnTo>
                  <a:pt x="801563" y="693517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1" name="Freeform 141"/>
          <p:cNvSpPr/>
          <p:nvPr/>
        </p:nvSpPr>
        <p:spPr>
          <a:xfrm rot="248596" flipH="1" flipV="1">
            <a:off x="7868356" y="6773442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801563" y="693517"/>
                </a:moveTo>
                <a:lnTo>
                  <a:pt x="0" y="693517"/>
                </a:lnTo>
                <a:lnTo>
                  <a:pt x="0" y="0"/>
                </a:lnTo>
                <a:lnTo>
                  <a:pt x="801563" y="0"/>
                </a:lnTo>
                <a:lnTo>
                  <a:pt x="801563" y="693517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2" name="Freeform 142"/>
          <p:cNvSpPr/>
          <p:nvPr/>
        </p:nvSpPr>
        <p:spPr>
          <a:xfrm rot="-886684">
            <a:off x="4559130" y="1663006"/>
            <a:ext cx="1672800" cy="1793888"/>
          </a:xfrm>
          <a:custGeom>
            <a:avLst/>
            <a:gdLst/>
            <a:ahLst/>
            <a:cxnLst/>
            <a:rect l="l" t="t" r="r" b="b"/>
            <a:pathLst>
              <a:path w="1672800" h="1793888">
                <a:moveTo>
                  <a:pt x="0" y="0"/>
                </a:moveTo>
                <a:lnTo>
                  <a:pt x="1672801" y="0"/>
                </a:lnTo>
                <a:lnTo>
                  <a:pt x="1672801" y="1793888"/>
                </a:lnTo>
                <a:lnTo>
                  <a:pt x="0" y="17938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79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3" name="TextBox 143"/>
          <p:cNvSpPr txBox="1"/>
          <p:nvPr/>
        </p:nvSpPr>
        <p:spPr>
          <a:xfrm rot="5400000">
            <a:off x="8834194" y="2571492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C46848"/>
                </a:solidFill>
                <a:latin typeface="Sniglet"/>
              </a:rPr>
              <a:t>)</a:t>
            </a:r>
          </a:p>
        </p:txBody>
      </p:sp>
      <p:grpSp>
        <p:nvGrpSpPr>
          <p:cNvPr id="144" name="Group 144"/>
          <p:cNvGrpSpPr/>
          <p:nvPr/>
        </p:nvGrpSpPr>
        <p:grpSpPr>
          <a:xfrm>
            <a:off x="9254920" y="2969810"/>
            <a:ext cx="244068" cy="244068"/>
            <a:chOff x="0" y="0"/>
            <a:chExt cx="812800" cy="812800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449857" y="2894687"/>
            <a:ext cx="244068" cy="244068"/>
            <a:chOff x="0" y="0"/>
            <a:chExt cx="812800" cy="812800"/>
          </a:xfrm>
        </p:grpSpPr>
        <p:sp>
          <p:nvSpPr>
            <p:cNvPr id="148" name="Freeform 1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0" name="Freeform 150"/>
          <p:cNvSpPr/>
          <p:nvPr/>
        </p:nvSpPr>
        <p:spPr>
          <a:xfrm>
            <a:off x="10201770" y="4408463"/>
            <a:ext cx="4530767" cy="2633508"/>
          </a:xfrm>
          <a:custGeom>
            <a:avLst/>
            <a:gdLst/>
            <a:ahLst/>
            <a:cxnLst/>
            <a:rect l="l" t="t" r="r" b="b"/>
            <a:pathLst>
              <a:path w="4530767" h="2633508">
                <a:moveTo>
                  <a:pt x="0" y="0"/>
                </a:moveTo>
                <a:lnTo>
                  <a:pt x="4530767" y="0"/>
                </a:lnTo>
                <a:lnTo>
                  <a:pt x="4530767" y="2633508"/>
                </a:lnTo>
                <a:lnTo>
                  <a:pt x="0" y="26335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51" name="Freeform 151"/>
          <p:cNvSpPr/>
          <p:nvPr/>
        </p:nvSpPr>
        <p:spPr>
          <a:xfrm>
            <a:off x="11998329" y="3029988"/>
            <a:ext cx="1288637" cy="1959904"/>
          </a:xfrm>
          <a:custGeom>
            <a:avLst/>
            <a:gdLst/>
            <a:ahLst/>
            <a:cxnLst/>
            <a:rect l="l" t="t" r="r" b="b"/>
            <a:pathLst>
              <a:path w="1288637" h="1959904">
                <a:moveTo>
                  <a:pt x="0" y="0"/>
                </a:moveTo>
                <a:lnTo>
                  <a:pt x="1288637" y="0"/>
                </a:lnTo>
                <a:lnTo>
                  <a:pt x="1288637" y="1959904"/>
                </a:lnTo>
                <a:lnTo>
                  <a:pt x="0" y="195990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52" name="TextBox 152"/>
          <p:cNvSpPr txBox="1"/>
          <p:nvPr/>
        </p:nvSpPr>
        <p:spPr>
          <a:xfrm rot="5400000">
            <a:off x="8860700" y="3168870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C46848"/>
                </a:solidFill>
                <a:latin typeface="Sniglet"/>
              </a:rPr>
              <a:t>)</a:t>
            </a:r>
          </a:p>
        </p:txBody>
      </p:sp>
      <p:sp>
        <p:nvSpPr>
          <p:cNvPr id="153" name="TextBox 153"/>
          <p:cNvSpPr txBox="1"/>
          <p:nvPr/>
        </p:nvSpPr>
        <p:spPr>
          <a:xfrm rot="5400000">
            <a:off x="8860700" y="3954786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54" name="TextBox 154"/>
          <p:cNvSpPr txBox="1"/>
          <p:nvPr/>
        </p:nvSpPr>
        <p:spPr>
          <a:xfrm rot="5400000">
            <a:off x="8860700" y="4740700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55" name="TextBox 155"/>
          <p:cNvSpPr txBox="1"/>
          <p:nvPr/>
        </p:nvSpPr>
        <p:spPr>
          <a:xfrm rot="5400000">
            <a:off x="8860700" y="5526616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56" name="TextBox 156"/>
          <p:cNvSpPr txBox="1"/>
          <p:nvPr/>
        </p:nvSpPr>
        <p:spPr>
          <a:xfrm rot="5400000">
            <a:off x="8860700" y="7098447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grpSp>
        <p:nvGrpSpPr>
          <p:cNvPr id="157" name="Group 157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158" name="TextBox 158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67" name="TextBox 167"/>
          <p:cNvSpPr txBox="1"/>
          <p:nvPr/>
        </p:nvSpPr>
        <p:spPr>
          <a:xfrm>
            <a:off x="2733155" y="3895640"/>
            <a:ext cx="5648845" cy="386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2"/>
              </a:lnSpc>
            </a:pPr>
            <a:r>
              <a:rPr lang="en-US" sz="4094">
                <a:solidFill>
                  <a:srgbClr val="503D36"/>
                </a:solidFill>
                <a:latin typeface="Sniglet"/>
              </a:rPr>
              <a:t>8. Los colaboradores de provincias tienen 14 días   </a:t>
            </a:r>
          </a:p>
          <a:p>
            <a:pPr algn="ctr">
              <a:lnSpc>
                <a:spcPts val="6328"/>
              </a:lnSpc>
            </a:pPr>
            <a:r>
              <a:rPr lang="en-US" sz="4218">
                <a:solidFill>
                  <a:srgbClr val="503D36"/>
                </a:solidFill>
                <a:latin typeface="Sniglet"/>
              </a:rPr>
              <a:t>   para entregar certificados(Quito).</a:t>
            </a:r>
          </a:p>
          <a:p>
            <a:pPr marL="0" lvl="0" indent="0" algn="ctr">
              <a:lnSpc>
                <a:spcPts val="6328"/>
              </a:lnSpc>
              <a:spcBef>
                <a:spcPct val="0"/>
              </a:spcBef>
            </a:pPr>
            <a:endParaRPr lang="en-US" sz="4218">
              <a:solidFill>
                <a:srgbClr val="503D36"/>
              </a:solidFill>
              <a:latin typeface="Sniglet"/>
            </a:endParaRPr>
          </a:p>
        </p:txBody>
      </p:sp>
      <p:sp>
        <p:nvSpPr>
          <p:cNvPr id="168" name="Freeform 168"/>
          <p:cNvSpPr/>
          <p:nvPr/>
        </p:nvSpPr>
        <p:spPr>
          <a:xfrm>
            <a:off x="2041301" y="7771343"/>
            <a:ext cx="1081592" cy="1076184"/>
          </a:xfrm>
          <a:custGeom>
            <a:avLst/>
            <a:gdLst/>
            <a:ahLst/>
            <a:cxnLst/>
            <a:rect l="l" t="t" r="r" b="b"/>
            <a:pathLst>
              <a:path w="1081592" h="1076184">
                <a:moveTo>
                  <a:pt x="0" y="0"/>
                </a:moveTo>
                <a:lnTo>
                  <a:pt x="1081592" y="0"/>
                </a:lnTo>
                <a:lnTo>
                  <a:pt x="1081592" y="1076184"/>
                </a:lnTo>
                <a:lnTo>
                  <a:pt x="0" y="107618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844350" y="-26443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5" name="TextBox 5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5" name="Group 15"/>
          <p:cNvGrpSpPr/>
          <p:nvPr/>
        </p:nvGrpSpPr>
        <p:grpSpPr>
          <a:xfrm>
            <a:off x="15164201" y="2618086"/>
            <a:ext cx="2279617" cy="1191585"/>
            <a:chOff x="0" y="0"/>
            <a:chExt cx="3039489" cy="158878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15164201" y="3904500"/>
            <a:ext cx="2279617" cy="1191585"/>
            <a:chOff x="0" y="0"/>
            <a:chExt cx="3039489" cy="158878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15164201" y="5190915"/>
            <a:ext cx="2279617" cy="1191585"/>
            <a:chOff x="0" y="0"/>
            <a:chExt cx="3039489" cy="158878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15164201" y="6477329"/>
            <a:ext cx="2279617" cy="1191585"/>
            <a:chOff x="0" y="0"/>
            <a:chExt cx="3039489" cy="158878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15164201" y="7763743"/>
            <a:ext cx="2279617" cy="1191585"/>
            <a:chOff x="0" y="0"/>
            <a:chExt cx="3039489" cy="158878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3039489" cy="1588780"/>
              <a:chOff x="0" y="0"/>
              <a:chExt cx="620810" cy="32450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20810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620810" h="324506">
                    <a:moveTo>
                      <a:pt x="84904" y="0"/>
                    </a:moveTo>
                    <a:lnTo>
                      <a:pt x="535907" y="0"/>
                    </a:lnTo>
                    <a:cubicBezTo>
                      <a:pt x="558424" y="0"/>
                      <a:pt x="580020" y="8945"/>
                      <a:pt x="595943" y="24868"/>
                    </a:cubicBezTo>
                    <a:cubicBezTo>
                      <a:pt x="611865" y="40790"/>
                      <a:pt x="620810" y="62386"/>
                      <a:pt x="620810" y="84904"/>
                    </a:cubicBezTo>
                    <a:lnTo>
                      <a:pt x="620810" y="239602"/>
                    </a:lnTo>
                    <a:cubicBezTo>
                      <a:pt x="620810" y="262120"/>
                      <a:pt x="611865" y="283715"/>
                      <a:pt x="595943" y="299638"/>
                    </a:cubicBezTo>
                    <a:cubicBezTo>
                      <a:pt x="580020" y="315560"/>
                      <a:pt x="558424" y="324506"/>
                      <a:pt x="535907" y="324506"/>
                    </a:cubicBezTo>
                    <a:lnTo>
                      <a:pt x="84904" y="324506"/>
                    </a:lnTo>
                    <a:cubicBezTo>
                      <a:pt x="62386" y="324506"/>
                      <a:pt x="40790" y="315560"/>
                      <a:pt x="24868" y="299638"/>
                    </a:cubicBezTo>
                    <a:cubicBezTo>
                      <a:pt x="8945" y="283715"/>
                      <a:pt x="0" y="262120"/>
                      <a:pt x="0" y="239602"/>
                    </a:cubicBezTo>
                    <a:lnTo>
                      <a:pt x="0" y="84904"/>
                    </a:lnTo>
                    <a:cubicBezTo>
                      <a:pt x="0" y="62386"/>
                      <a:pt x="8945" y="40790"/>
                      <a:pt x="24868" y="24868"/>
                    </a:cubicBezTo>
                    <a:cubicBezTo>
                      <a:pt x="40790" y="8945"/>
                      <a:pt x="62386" y="0"/>
                      <a:pt x="84904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47625"/>
                <a:ext cx="620810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234950" y="117213"/>
              <a:ext cx="1688828" cy="1354354"/>
              <a:chOff x="0" y="0"/>
              <a:chExt cx="344940" cy="2766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344940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344940" h="276625">
                    <a:moveTo>
                      <a:pt x="122245" y="0"/>
                    </a:moveTo>
                    <a:lnTo>
                      <a:pt x="222695" y="0"/>
                    </a:lnTo>
                    <a:cubicBezTo>
                      <a:pt x="290209" y="0"/>
                      <a:pt x="344940" y="54731"/>
                      <a:pt x="344940" y="122245"/>
                    </a:cubicBezTo>
                    <a:lnTo>
                      <a:pt x="344940" y="154379"/>
                    </a:lnTo>
                    <a:cubicBezTo>
                      <a:pt x="344940" y="221893"/>
                      <a:pt x="290209" y="276625"/>
                      <a:pt x="222695" y="276625"/>
                    </a:cubicBezTo>
                    <a:lnTo>
                      <a:pt x="122245" y="276625"/>
                    </a:lnTo>
                    <a:cubicBezTo>
                      <a:pt x="54731" y="276625"/>
                      <a:pt x="0" y="221893"/>
                      <a:pt x="0" y="154379"/>
                    </a:cubicBezTo>
                    <a:lnTo>
                      <a:pt x="0" y="122245"/>
                    </a:lnTo>
                    <a:cubicBezTo>
                      <a:pt x="0" y="54731"/>
                      <a:pt x="54731" y="0"/>
                      <a:pt x="12224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47625"/>
                <a:ext cx="344940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15564542" y="1331671"/>
            <a:ext cx="2186870" cy="1191585"/>
            <a:chOff x="0" y="0"/>
            <a:chExt cx="2915827" cy="158878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57" name="Freeform 57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8" name="Group 58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37094" y="1028700"/>
            <a:ext cx="14956138" cy="8229600"/>
            <a:chOff x="0" y="0"/>
            <a:chExt cx="3939065" cy="21674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40290" y="1622751"/>
            <a:ext cx="263115" cy="7044082"/>
            <a:chOff x="0" y="0"/>
            <a:chExt cx="350819" cy="9392109"/>
          </a:xfrm>
        </p:grpSpPr>
        <p:grpSp>
          <p:nvGrpSpPr>
            <p:cNvPr id="65" name="Group 65"/>
            <p:cNvGrpSpPr/>
            <p:nvPr/>
          </p:nvGrpSpPr>
          <p:grpSpPr>
            <a:xfrm>
              <a:off x="0" y="0"/>
              <a:ext cx="350819" cy="350819"/>
              <a:chOff x="0" y="0"/>
              <a:chExt cx="812800" cy="8128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0" y="1130161"/>
              <a:ext cx="350819" cy="350819"/>
              <a:chOff x="0" y="0"/>
              <a:chExt cx="812800" cy="81280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0" y="2260322"/>
              <a:ext cx="350819" cy="350819"/>
              <a:chOff x="0" y="0"/>
              <a:chExt cx="812800" cy="81280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0" y="3390484"/>
              <a:ext cx="350819" cy="350819"/>
              <a:chOff x="0" y="0"/>
              <a:chExt cx="812800" cy="81280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0" y="4520645"/>
              <a:ext cx="350819" cy="350819"/>
              <a:chOff x="0" y="0"/>
              <a:chExt cx="812800" cy="8128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0" y="5650806"/>
              <a:ext cx="350819" cy="350819"/>
              <a:chOff x="0" y="0"/>
              <a:chExt cx="812800" cy="8128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0" y="6780967"/>
              <a:ext cx="350819" cy="350819"/>
              <a:chOff x="0" y="0"/>
              <a:chExt cx="812800" cy="8128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0" y="7911128"/>
              <a:ext cx="350819" cy="350819"/>
              <a:chOff x="0" y="0"/>
              <a:chExt cx="812800" cy="8128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0" y="9041289"/>
              <a:ext cx="350819" cy="350819"/>
              <a:chOff x="0" y="0"/>
              <a:chExt cx="812800" cy="81280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C2B6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60442" tIns="60442" rIns="60442" bIns="60442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2" name="Group 92"/>
          <p:cNvGrpSpPr/>
          <p:nvPr/>
        </p:nvGrpSpPr>
        <p:grpSpPr>
          <a:xfrm>
            <a:off x="9144000" y="2583992"/>
            <a:ext cx="6327796" cy="5961365"/>
            <a:chOff x="0" y="0"/>
            <a:chExt cx="1666580" cy="157007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666580" cy="1570071"/>
            </a:xfrm>
            <a:custGeom>
              <a:avLst/>
              <a:gdLst/>
              <a:ahLst/>
              <a:cxnLst/>
              <a:rect l="l" t="t" r="r" b="b"/>
              <a:pathLst>
                <a:path w="1666580" h="1570071">
                  <a:moveTo>
                    <a:pt x="61174" y="0"/>
                  </a:moveTo>
                  <a:lnTo>
                    <a:pt x="1605406" y="0"/>
                  </a:lnTo>
                  <a:cubicBezTo>
                    <a:pt x="1621630" y="0"/>
                    <a:pt x="1637190" y="6445"/>
                    <a:pt x="1648663" y="17917"/>
                  </a:cubicBezTo>
                  <a:cubicBezTo>
                    <a:pt x="1660135" y="29390"/>
                    <a:pt x="1666580" y="44950"/>
                    <a:pt x="1666580" y="61174"/>
                  </a:cubicBezTo>
                  <a:lnTo>
                    <a:pt x="1666580" y="1508898"/>
                  </a:lnTo>
                  <a:cubicBezTo>
                    <a:pt x="1666580" y="1525122"/>
                    <a:pt x="1660135" y="1540682"/>
                    <a:pt x="1648663" y="1552154"/>
                  </a:cubicBezTo>
                  <a:cubicBezTo>
                    <a:pt x="1637190" y="1563626"/>
                    <a:pt x="1621630" y="1570071"/>
                    <a:pt x="1605406" y="1570071"/>
                  </a:cubicBezTo>
                  <a:lnTo>
                    <a:pt x="61174" y="1570071"/>
                  </a:lnTo>
                  <a:cubicBezTo>
                    <a:pt x="44950" y="1570071"/>
                    <a:pt x="29390" y="1563626"/>
                    <a:pt x="17917" y="1552154"/>
                  </a:cubicBezTo>
                  <a:cubicBezTo>
                    <a:pt x="6445" y="1540682"/>
                    <a:pt x="0" y="1525122"/>
                    <a:pt x="0" y="1508898"/>
                  </a:cubicBezTo>
                  <a:lnTo>
                    <a:pt x="0" y="61174"/>
                  </a:lnTo>
                  <a:cubicBezTo>
                    <a:pt x="0" y="44950"/>
                    <a:pt x="6445" y="29390"/>
                    <a:pt x="17917" y="17917"/>
                  </a:cubicBezTo>
                  <a:cubicBezTo>
                    <a:pt x="29390" y="6445"/>
                    <a:pt x="44950" y="0"/>
                    <a:pt x="611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E76262"/>
              </a:solidFill>
              <a:prstDash val="lgDash"/>
              <a:rou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28575"/>
              <a:ext cx="1666580" cy="1598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2507810" y="2612011"/>
            <a:ext cx="6327796" cy="5961365"/>
            <a:chOff x="0" y="0"/>
            <a:chExt cx="1666580" cy="1570071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666580" cy="1570071"/>
            </a:xfrm>
            <a:custGeom>
              <a:avLst/>
              <a:gdLst/>
              <a:ahLst/>
              <a:cxnLst/>
              <a:rect l="l" t="t" r="r" b="b"/>
              <a:pathLst>
                <a:path w="1666580" h="1570071">
                  <a:moveTo>
                    <a:pt x="61174" y="0"/>
                  </a:moveTo>
                  <a:lnTo>
                    <a:pt x="1605406" y="0"/>
                  </a:lnTo>
                  <a:cubicBezTo>
                    <a:pt x="1621630" y="0"/>
                    <a:pt x="1637190" y="6445"/>
                    <a:pt x="1648663" y="17917"/>
                  </a:cubicBezTo>
                  <a:cubicBezTo>
                    <a:pt x="1660135" y="29390"/>
                    <a:pt x="1666580" y="44950"/>
                    <a:pt x="1666580" y="61174"/>
                  </a:cubicBezTo>
                  <a:lnTo>
                    <a:pt x="1666580" y="1508898"/>
                  </a:lnTo>
                  <a:cubicBezTo>
                    <a:pt x="1666580" y="1525122"/>
                    <a:pt x="1660135" y="1540682"/>
                    <a:pt x="1648663" y="1552154"/>
                  </a:cubicBezTo>
                  <a:cubicBezTo>
                    <a:pt x="1637190" y="1563626"/>
                    <a:pt x="1621630" y="1570071"/>
                    <a:pt x="1605406" y="1570071"/>
                  </a:cubicBezTo>
                  <a:lnTo>
                    <a:pt x="61174" y="1570071"/>
                  </a:lnTo>
                  <a:cubicBezTo>
                    <a:pt x="44950" y="1570071"/>
                    <a:pt x="29390" y="1563626"/>
                    <a:pt x="17917" y="1552154"/>
                  </a:cubicBezTo>
                  <a:cubicBezTo>
                    <a:pt x="6445" y="1540682"/>
                    <a:pt x="0" y="1525122"/>
                    <a:pt x="0" y="1508898"/>
                  </a:cubicBezTo>
                  <a:lnTo>
                    <a:pt x="0" y="61174"/>
                  </a:lnTo>
                  <a:cubicBezTo>
                    <a:pt x="0" y="44950"/>
                    <a:pt x="6445" y="29390"/>
                    <a:pt x="17917" y="17917"/>
                  </a:cubicBezTo>
                  <a:cubicBezTo>
                    <a:pt x="29390" y="6445"/>
                    <a:pt x="44950" y="0"/>
                    <a:pt x="611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E76262"/>
              </a:solidFill>
              <a:prstDash val="lgDash"/>
              <a:round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28575"/>
              <a:ext cx="1666580" cy="1598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9254920" y="3595955"/>
            <a:ext cx="244068" cy="244068"/>
            <a:chOff x="0" y="0"/>
            <a:chExt cx="812800" cy="8128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254920" y="4382219"/>
            <a:ext cx="244068" cy="244068"/>
            <a:chOff x="0" y="0"/>
            <a:chExt cx="812800" cy="8128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254920" y="5168483"/>
            <a:ext cx="244068" cy="244068"/>
            <a:chOff x="0" y="0"/>
            <a:chExt cx="812800" cy="8128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9254920" y="5954747"/>
            <a:ext cx="244068" cy="244068"/>
            <a:chOff x="0" y="0"/>
            <a:chExt cx="812800" cy="8128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254920" y="6741011"/>
            <a:ext cx="244068" cy="244068"/>
            <a:chOff x="0" y="0"/>
            <a:chExt cx="812800" cy="8128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54920" y="7527274"/>
            <a:ext cx="244068" cy="244068"/>
            <a:chOff x="0" y="0"/>
            <a:chExt cx="812800" cy="8128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479191" y="3595955"/>
            <a:ext cx="244068" cy="244068"/>
            <a:chOff x="0" y="0"/>
            <a:chExt cx="812800" cy="81280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8479191" y="4382219"/>
            <a:ext cx="244068" cy="244068"/>
            <a:chOff x="0" y="0"/>
            <a:chExt cx="812800" cy="8128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8479191" y="5168483"/>
            <a:ext cx="244068" cy="244068"/>
            <a:chOff x="0" y="0"/>
            <a:chExt cx="812800" cy="81280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479191" y="5954747"/>
            <a:ext cx="244068" cy="244068"/>
            <a:chOff x="0" y="0"/>
            <a:chExt cx="812800" cy="81280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8479191" y="6741011"/>
            <a:ext cx="244068" cy="244068"/>
            <a:chOff x="0" y="0"/>
            <a:chExt cx="812800" cy="81280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479191" y="7527274"/>
            <a:ext cx="244068" cy="244068"/>
            <a:chOff x="0" y="0"/>
            <a:chExt cx="812800" cy="81280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6262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6067" tIns="56067" rIns="56067" bIns="56067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4" name="TextBox 134"/>
          <p:cNvSpPr txBox="1"/>
          <p:nvPr/>
        </p:nvSpPr>
        <p:spPr>
          <a:xfrm rot="5400000">
            <a:off x="8860700" y="6312532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4308162" y="1149178"/>
            <a:ext cx="1897572" cy="1674608"/>
          </a:xfrm>
          <a:custGeom>
            <a:avLst/>
            <a:gdLst/>
            <a:ahLst/>
            <a:cxnLst/>
            <a:rect l="l" t="t" r="r" b="b"/>
            <a:pathLst>
              <a:path w="1897572" h="1674608">
                <a:moveTo>
                  <a:pt x="0" y="0"/>
                </a:moveTo>
                <a:lnTo>
                  <a:pt x="1897572" y="0"/>
                </a:lnTo>
                <a:lnTo>
                  <a:pt x="1897572" y="1674608"/>
                </a:lnTo>
                <a:lnTo>
                  <a:pt x="0" y="1674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6" name="Freeform 136"/>
          <p:cNvSpPr/>
          <p:nvPr/>
        </p:nvSpPr>
        <p:spPr>
          <a:xfrm rot="-63734">
            <a:off x="2782976" y="3080172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0" y="0"/>
                </a:moveTo>
                <a:lnTo>
                  <a:pt x="801563" y="0"/>
                </a:lnTo>
                <a:lnTo>
                  <a:pt x="801563" y="693516"/>
                </a:lnTo>
                <a:lnTo>
                  <a:pt x="0" y="6935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7" name="Freeform 137"/>
          <p:cNvSpPr/>
          <p:nvPr/>
        </p:nvSpPr>
        <p:spPr>
          <a:xfrm rot="-3955797" flipH="1" flipV="1">
            <a:off x="14751050" y="8020834"/>
            <a:ext cx="1011795" cy="696741"/>
          </a:xfrm>
          <a:custGeom>
            <a:avLst/>
            <a:gdLst/>
            <a:ahLst/>
            <a:cxnLst/>
            <a:rect l="l" t="t" r="r" b="b"/>
            <a:pathLst>
              <a:path w="1011795" h="696741">
                <a:moveTo>
                  <a:pt x="1011795" y="696741"/>
                </a:moveTo>
                <a:lnTo>
                  <a:pt x="0" y="696741"/>
                </a:lnTo>
                <a:lnTo>
                  <a:pt x="0" y="0"/>
                </a:lnTo>
                <a:lnTo>
                  <a:pt x="1011795" y="0"/>
                </a:lnTo>
                <a:lnTo>
                  <a:pt x="1011795" y="696741"/>
                </a:lnTo>
                <a:close/>
              </a:path>
            </a:pathLst>
          </a:custGeom>
          <a:blipFill>
            <a:blip r:embed="rId9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8" name="Freeform 138"/>
          <p:cNvSpPr/>
          <p:nvPr/>
        </p:nvSpPr>
        <p:spPr>
          <a:xfrm rot="107698">
            <a:off x="9541284" y="3226262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0" y="0"/>
                </a:moveTo>
                <a:lnTo>
                  <a:pt x="801563" y="0"/>
                </a:lnTo>
                <a:lnTo>
                  <a:pt x="801563" y="693516"/>
                </a:lnTo>
                <a:lnTo>
                  <a:pt x="0" y="6935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39" name="Freeform 139"/>
          <p:cNvSpPr/>
          <p:nvPr/>
        </p:nvSpPr>
        <p:spPr>
          <a:xfrm rot="248596" flipH="1" flipV="1">
            <a:off x="14955789" y="4929591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801563" y="693517"/>
                </a:moveTo>
                <a:lnTo>
                  <a:pt x="0" y="693517"/>
                </a:lnTo>
                <a:lnTo>
                  <a:pt x="0" y="0"/>
                </a:lnTo>
                <a:lnTo>
                  <a:pt x="801563" y="0"/>
                </a:lnTo>
                <a:lnTo>
                  <a:pt x="801563" y="69351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0" name="Freeform 140"/>
          <p:cNvSpPr/>
          <p:nvPr/>
        </p:nvSpPr>
        <p:spPr>
          <a:xfrm rot="248596" flipH="1" flipV="1">
            <a:off x="7868356" y="6773442"/>
            <a:ext cx="801563" cy="693516"/>
          </a:xfrm>
          <a:custGeom>
            <a:avLst/>
            <a:gdLst/>
            <a:ahLst/>
            <a:cxnLst/>
            <a:rect l="l" t="t" r="r" b="b"/>
            <a:pathLst>
              <a:path w="801563" h="693516">
                <a:moveTo>
                  <a:pt x="801563" y="693517"/>
                </a:moveTo>
                <a:lnTo>
                  <a:pt x="0" y="693517"/>
                </a:lnTo>
                <a:lnTo>
                  <a:pt x="0" y="0"/>
                </a:lnTo>
                <a:lnTo>
                  <a:pt x="801563" y="0"/>
                </a:lnTo>
                <a:lnTo>
                  <a:pt x="801563" y="69351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58022" b="-75336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1" name="Freeform 141"/>
          <p:cNvSpPr/>
          <p:nvPr/>
        </p:nvSpPr>
        <p:spPr>
          <a:xfrm>
            <a:off x="11610569" y="7776020"/>
            <a:ext cx="1754902" cy="1781627"/>
          </a:xfrm>
          <a:custGeom>
            <a:avLst/>
            <a:gdLst/>
            <a:ahLst/>
            <a:cxnLst/>
            <a:rect l="l" t="t" r="r" b="b"/>
            <a:pathLst>
              <a:path w="1754902" h="1781627">
                <a:moveTo>
                  <a:pt x="0" y="0"/>
                </a:moveTo>
                <a:lnTo>
                  <a:pt x="1754902" y="0"/>
                </a:lnTo>
                <a:lnTo>
                  <a:pt x="1754902" y="1781626"/>
                </a:lnTo>
                <a:lnTo>
                  <a:pt x="0" y="1781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8000"/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2" name="Freeform 142"/>
          <p:cNvSpPr/>
          <p:nvPr/>
        </p:nvSpPr>
        <p:spPr>
          <a:xfrm>
            <a:off x="3176272" y="2903991"/>
            <a:ext cx="5196203" cy="5288757"/>
          </a:xfrm>
          <a:custGeom>
            <a:avLst/>
            <a:gdLst/>
            <a:ahLst/>
            <a:cxnLst/>
            <a:rect l="l" t="t" r="r" b="b"/>
            <a:pathLst>
              <a:path w="5196203" h="5288757">
                <a:moveTo>
                  <a:pt x="0" y="0"/>
                </a:moveTo>
                <a:lnTo>
                  <a:pt x="5196203" y="0"/>
                </a:lnTo>
                <a:lnTo>
                  <a:pt x="5196203" y="5288757"/>
                </a:lnTo>
                <a:lnTo>
                  <a:pt x="0" y="52887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43" name="TextBox 143"/>
          <p:cNvSpPr txBox="1"/>
          <p:nvPr/>
        </p:nvSpPr>
        <p:spPr>
          <a:xfrm rot="5400000">
            <a:off x="8859902" y="2382624"/>
            <a:ext cx="330566" cy="128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503D36"/>
                </a:solidFill>
                <a:latin typeface="Sniglet"/>
              </a:rPr>
              <a:t>)</a:t>
            </a:r>
          </a:p>
        </p:txBody>
      </p:sp>
      <p:sp>
        <p:nvSpPr>
          <p:cNvPr id="144" name="TextBox 144"/>
          <p:cNvSpPr txBox="1"/>
          <p:nvPr/>
        </p:nvSpPr>
        <p:spPr>
          <a:xfrm rot="5400000">
            <a:off x="8860700" y="3168870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C46848"/>
                </a:solidFill>
                <a:latin typeface="Sniglet"/>
              </a:rPr>
              <a:t>)</a:t>
            </a:r>
          </a:p>
        </p:txBody>
      </p:sp>
      <p:sp>
        <p:nvSpPr>
          <p:cNvPr id="145" name="TextBox 145"/>
          <p:cNvSpPr txBox="1"/>
          <p:nvPr/>
        </p:nvSpPr>
        <p:spPr>
          <a:xfrm rot="5400000">
            <a:off x="8860700" y="3954786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46" name="TextBox 146"/>
          <p:cNvSpPr txBox="1"/>
          <p:nvPr/>
        </p:nvSpPr>
        <p:spPr>
          <a:xfrm rot="5400000">
            <a:off x="8860700" y="4740700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47" name="TextBox 147"/>
          <p:cNvSpPr txBox="1"/>
          <p:nvPr/>
        </p:nvSpPr>
        <p:spPr>
          <a:xfrm rot="5400000">
            <a:off x="8860700" y="5526616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sp>
        <p:nvSpPr>
          <p:cNvPr id="148" name="TextBox 148"/>
          <p:cNvSpPr txBox="1"/>
          <p:nvPr/>
        </p:nvSpPr>
        <p:spPr>
          <a:xfrm rot="5400000">
            <a:off x="8860700" y="7098447"/>
            <a:ext cx="330566" cy="128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60"/>
              </a:lnSpc>
            </a:pPr>
            <a:r>
              <a:rPr lang="en-US" sz="7543">
                <a:solidFill>
                  <a:srgbClr val="E76262"/>
                </a:solidFill>
                <a:latin typeface="Sniglet"/>
              </a:rPr>
              <a:t>)</a:t>
            </a:r>
          </a:p>
        </p:txBody>
      </p:sp>
      <p:grpSp>
        <p:nvGrpSpPr>
          <p:cNvPr id="149" name="Group 149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150" name="TextBox 150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59" name="TextBox 159"/>
          <p:cNvSpPr txBox="1"/>
          <p:nvPr/>
        </p:nvSpPr>
        <p:spPr>
          <a:xfrm>
            <a:off x="9784783" y="2738061"/>
            <a:ext cx="5571788" cy="571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93"/>
              </a:lnSpc>
            </a:pPr>
            <a:r>
              <a:rPr lang="en-US" sz="3462">
                <a:solidFill>
                  <a:srgbClr val="503D36"/>
                </a:solidFill>
                <a:latin typeface="Sniglet"/>
              </a:rPr>
              <a:t>9. Cuando los certificados son entregados fuera del tiempo (72 horas), el jefe de tienda esta en la potestad de recibir o rechazar el documento; en caso de rechazar no se procede a justificar. </a:t>
            </a:r>
          </a:p>
          <a:p>
            <a:pPr marL="0" lvl="0" indent="0" algn="ctr">
              <a:lnSpc>
                <a:spcPts val="4101"/>
              </a:lnSpc>
              <a:spcBef>
                <a:spcPct val="0"/>
              </a:spcBef>
            </a:pPr>
            <a:endParaRPr lang="en-US" sz="3462">
              <a:solidFill>
                <a:srgbClr val="503D36"/>
              </a:solidFill>
              <a:latin typeface="Sniglet"/>
            </a:endParaRPr>
          </a:p>
        </p:txBody>
      </p:sp>
      <p:sp>
        <p:nvSpPr>
          <p:cNvPr id="160" name="Freeform 160"/>
          <p:cNvSpPr/>
          <p:nvPr/>
        </p:nvSpPr>
        <p:spPr>
          <a:xfrm>
            <a:off x="2102166" y="8007265"/>
            <a:ext cx="1081592" cy="1076184"/>
          </a:xfrm>
          <a:custGeom>
            <a:avLst/>
            <a:gdLst/>
            <a:ahLst/>
            <a:cxnLst/>
            <a:rect l="l" t="t" r="r" b="b"/>
            <a:pathLst>
              <a:path w="1081592" h="1076184">
                <a:moveTo>
                  <a:pt x="0" y="0"/>
                </a:moveTo>
                <a:lnTo>
                  <a:pt x="1081592" y="0"/>
                </a:lnTo>
                <a:lnTo>
                  <a:pt x="1081592" y="1076184"/>
                </a:lnTo>
                <a:lnTo>
                  <a:pt x="0" y="10761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844350" y="-26443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15256948" y="1331671"/>
            <a:ext cx="2186870" cy="1191585"/>
            <a:chOff x="0" y="0"/>
            <a:chExt cx="2915827" cy="158878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5256948" y="2618086"/>
            <a:ext cx="2186870" cy="1191585"/>
            <a:chOff x="0" y="0"/>
            <a:chExt cx="2915827" cy="158878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5256948" y="3904921"/>
            <a:ext cx="2186870" cy="1191585"/>
            <a:chOff x="0" y="0"/>
            <a:chExt cx="2915827" cy="158878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15256948" y="5190915"/>
            <a:ext cx="2186870" cy="1191585"/>
            <a:chOff x="0" y="0"/>
            <a:chExt cx="2915827" cy="158878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15256948" y="6477329"/>
            <a:ext cx="2186870" cy="1191585"/>
            <a:chOff x="0" y="0"/>
            <a:chExt cx="2915827" cy="158878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5256948" y="7763743"/>
            <a:ext cx="2186870" cy="1191585"/>
            <a:chOff x="0" y="0"/>
            <a:chExt cx="2915827" cy="158878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595553" cy="35308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66675"/>
                <a:ext cx="544201" cy="34330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4200"/>
                  </a:lnSpc>
                </a:pPr>
                <a:endParaRPr/>
              </a:p>
            </p:txBody>
          </p:sp>
        </p:grpSp>
      </p:grpSp>
      <p:sp>
        <p:nvSpPr>
          <p:cNvPr id="46" name="Freeform 46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7" name="Group 47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48" name="TextBox 48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57" name="Freeform 57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8" name="Group 58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37094" y="1028700"/>
            <a:ext cx="14956138" cy="8229600"/>
            <a:chOff x="0" y="0"/>
            <a:chExt cx="3939065" cy="21674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392674" y="2618086"/>
            <a:ext cx="12966563" cy="5525836"/>
            <a:chOff x="0" y="0"/>
            <a:chExt cx="17288751" cy="7367781"/>
          </a:xfrm>
        </p:grpSpPr>
        <p:grpSp>
          <p:nvGrpSpPr>
            <p:cNvPr id="65" name="Group 65"/>
            <p:cNvGrpSpPr/>
            <p:nvPr/>
          </p:nvGrpSpPr>
          <p:grpSpPr>
            <a:xfrm>
              <a:off x="0" y="0"/>
              <a:ext cx="17288751" cy="7367781"/>
              <a:chOff x="0" y="0"/>
              <a:chExt cx="3069684" cy="130817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3069684" cy="1308178"/>
              </a:xfrm>
              <a:custGeom>
                <a:avLst/>
                <a:gdLst/>
                <a:ahLst/>
                <a:cxnLst/>
                <a:rect l="l" t="t" r="r" b="b"/>
                <a:pathLst>
                  <a:path w="3069684" h="1308178">
                    <a:moveTo>
                      <a:pt x="37608" y="0"/>
                    </a:moveTo>
                    <a:lnTo>
                      <a:pt x="3032075" y="0"/>
                    </a:lnTo>
                    <a:cubicBezTo>
                      <a:pt x="3052846" y="0"/>
                      <a:pt x="3069684" y="16838"/>
                      <a:pt x="3069684" y="37608"/>
                    </a:cubicBezTo>
                    <a:lnTo>
                      <a:pt x="3069684" y="1270569"/>
                    </a:lnTo>
                    <a:cubicBezTo>
                      <a:pt x="3069684" y="1291340"/>
                      <a:pt x="3052846" y="1308178"/>
                      <a:pt x="3032075" y="1308178"/>
                    </a:cubicBezTo>
                    <a:lnTo>
                      <a:pt x="37608" y="1308178"/>
                    </a:lnTo>
                    <a:cubicBezTo>
                      <a:pt x="27634" y="1308178"/>
                      <a:pt x="18068" y="1304215"/>
                      <a:pt x="11015" y="1297162"/>
                    </a:cubicBezTo>
                    <a:cubicBezTo>
                      <a:pt x="3962" y="1290110"/>
                      <a:pt x="0" y="1280544"/>
                      <a:pt x="0" y="1270569"/>
                    </a:cubicBezTo>
                    <a:lnTo>
                      <a:pt x="0" y="37608"/>
                    </a:lnTo>
                    <a:cubicBezTo>
                      <a:pt x="0" y="16838"/>
                      <a:pt x="16838" y="0"/>
                      <a:pt x="3760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>
                <a:solidFill>
                  <a:srgbClr val="E76262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-28575"/>
                <a:ext cx="3069684" cy="1336753"/>
              </a:xfrm>
              <a:prstGeom prst="rect">
                <a:avLst/>
              </a:prstGeom>
            </p:spPr>
            <p:txBody>
              <a:bodyPr lIns="53834" tIns="53834" rIns="53834" bIns="53834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1308016" y="304818"/>
              <a:ext cx="14672719" cy="63902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00"/>
                </a:lnSpc>
              </a:pPr>
              <a:r>
                <a:rPr lang="en-US" sz="5400">
                  <a:solidFill>
                    <a:srgbClr val="503D36"/>
                  </a:solidFill>
                  <a:latin typeface="Sniglet"/>
                </a:rPr>
                <a:t>10. En el caso que reciba BS  registrará </a:t>
              </a:r>
            </a:p>
            <a:p>
              <a:pPr algn="ctr">
                <a:lnSpc>
                  <a:spcPts val="8100"/>
                </a:lnSpc>
              </a:pPr>
              <a:r>
                <a:rPr lang="en-US" sz="5400">
                  <a:solidFill>
                    <a:srgbClr val="503D36"/>
                  </a:solidFill>
                  <a:latin typeface="Sniglet"/>
                </a:rPr>
                <a:t>     en el cuadro de subsidios (como</a:t>
              </a:r>
            </a:p>
            <a:p>
              <a:pPr algn="ctr">
                <a:lnSpc>
                  <a:spcPts val="8100"/>
                </a:lnSpc>
              </a:pPr>
              <a:r>
                <a:rPr lang="en-US" sz="5400">
                  <a:solidFill>
                    <a:srgbClr val="503D36"/>
                  </a:solidFill>
                  <a:latin typeface="Sniglet"/>
                </a:rPr>
                <a:t>     documento tardío).</a:t>
              </a:r>
            </a:p>
            <a:p>
              <a:pPr marL="0" lvl="0" indent="0" algn="ctr">
                <a:lnSpc>
                  <a:spcPts val="5833"/>
                </a:lnSpc>
                <a:spcBef>
                  <a:spcPct val="0"/>
                </a:spcBef>
              </a:pPr>
              <a:endParaRPr lang="en-US" sz="5400">
                <a:solidFill>
                  <a:srgbClr val="503D36"/>
                </a:solidFill>
                <a:latin typeface="Sniglet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540290" y="1622751"/>
            <a:ext cx="263115" cy="263115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40290" y="2470372"/>
            <a:ext cx="263115" cy="263115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540290" y="3317993"/>
            <a:ext cx="263115" cy="263115"/>
            <a:chOff x="0" y="0"/>
            <a:chExt cx="812800" cy="8128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540290" y="4165614"/>
            <a:ext cx="263115" cy="263115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540290" y="5013235"/>
            <a:ext cx="263115" cy="263115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540290" y="5860856"/>
            <a:ext cx="263115" cy="263115"/>
            <a:chOff x="0" y="0"/>
            <a:chExt cx="812800" cy="81280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540290" y="6708477"/>
            <a:ext cx="263115" cy="263115"/>
            <a:chOff x="0" y="0"/>
            <a:chExt cx="812800" cy="8128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540290" y="7556097"/>
            <a:ext cx="263115" cy="263115"/>
            <a:chOff x="0" y="0"/>
            <a:chExt cx="812800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540290" y="8403718"/>
            <a:ext cx="263115" cy="263115"/>
            <a:chOff x="0" y="0"/>
            <a:chExt cx="812800" cy="81280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3236372" y="7168767"/>
            <a:ext cx="11714759" cy="1143000"/>
            <a:chOff x="0" y="0"/>
            <a:chExt cx="15619679" cy="1524000"/>
          </a:xfrm>
        </p:grpSpPr>
        <p:grpSp>
          <p:nvGrpSpPr>
            <p:cNvPr id="97" name="Group 97"/>
            <p:cNvGrpSpPr/>
            <p:nvPr/>
          </p:nvGrpSpPr>
          <p:grpSpPr>
            <a:xfrm>
              <a:off x="0" y="0"/>
              <a:ext cx="15619679" cy="1524000"/>
              <a:chOff x="0" y="0"/>
              <a:chExt cx="4165817" cy="406456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4165817" cy="406456"/>
              </a:xfrm>
              <a:custGeom>
                <a:avLst/>
                <a:gdLst/>
                <a:ahLst/>
                <a:cxnLst/>
                <a:rect l="l" t="t" r="r" b="b"/>
                <a:pathLst>
                  <a:path w="4165817" h="406456">
                    <a:moveTo>
                      <a:pt x="55875" y="0"/>
                    </a:moveTo>
                    <a:lnTo>
                      <a:pt x="4109942" y="0"/>
                    </a:lnTo>
                    <a:cubicBezTo>
                      <a:pt x="4124761" y="0"/>
                      <a:pt x="4138973" y="5887"/>
                      <a:pt x="4149451" y="16365"/>
                    </a:cubicBezTo>
                    <a:cubicBezTo>
                      <a:pt x="4159930" y="26844"/>
                      <a:pt x="4165817" y="41056"/>
                      <a:pt x="4165817" y="55875"/>
                    </a:cubicBezTo>
                    <a:lnTo>
                      <a:pt x="4165817" y="350581"/>
                    </a:lnTo>
                    <a:cubicBezTo>
                      <a:pt x="4165817" y="381440"/>
                      <a:pt x="4140801" y="406456"/>
                      <a:pt x="4109942" y="406456"/>
                    </a:cubicBezTo>
                    <a:lnTo>
                      <a:pt x="55875" y="406456"/>
                    </a:lnTo>
                    <a:cubicBezTo>
                      <a:pt x="41056" y="406456"/>
                      <a:pt x="26844" y="400569"/>
                      <a:pt x="16365" y="390090"/>
                    </a:cubicBezTo>
                    <a:cubicBezTo>
                      <a:pt x="5887" y="379612"/>
                      <a:pt x="0" y="365400"/>
                      <a:pt x="0" y="350581"/>
                    </a:cubicBezTo>
                    <a:lnTo>
                      <a:pt x="0" y="55875"/>
                    </a:lnTo>
                    <a:cubicBezTo>
                      <a:pt x="0" y="41056"/>
                      <a:pt x="5887" y="26844"/>
                      <a:pt x="16365" y="16365"/>
                    </a:cubicBezTo>
                    <a:cubicBezTo>
                      <a:pt x="26844" y="5887"/>
                      <a:pt x="41056" y="0"/>
                      <a:pt x="5587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47625" cap="rnd">
                <a:solidFill>
                  <a:srgbClr val="E76262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0" y="-28575"/>
                <a:ext cx="4165817" cy="435031"/>
              </a:xfrm>
              <a:prstGeom prst="rect">
                <a:avLst/>
              </a:prstGeom>
            </p:spPr>
            <p:txBody>
              <a:bodyPr lIns="44501" tIns="44501" rIns="44501" bIns="44501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00" name="TextBox 100"/>
            <p:cNvSpPr txBox="1"/>
            <p:nvPr/>
          </p:nvSpPr>
          <p:spPr>
            <a:xfrm>
              <a:off x="1682697" y="311900"/>
              <a:ext cx="12326855" cy="987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884"/>
                </a:lnSpc>
                <a:spcBef>
                  <a:spcPct val="0"/>
                </a:spcBef>
              </a:pPr>
              <a:r>
                <a:rPr lang="en-US" sz="4903">
                  <a:solidFill>
                    <a:srgbClr val="503D36"/>
                  </a:solidFill>
                  <a:latin typeface="More Sugar Bold"/>
                </a:rPr>
                <a:t>CERTIFICADOS FALSOS</a:t>
              </a:r>
            </a:p>
          </p:txBody>
        </p:sp>
      </p:grpSp>
      <p:sp>
        <p:nvSpPr>
          <p:cNvPr id="101" name="Freeform 101"/>
          <p:cNvSpPr/>
          <p:nvPr/>
        </p:nvSpPr>
        <p:spPr>
          <a:xfrm>
            <a:off x="1894270" y="1932280"/>
            <a:ext cx="1081592" cy="1076184"/>
          </a:xfrm>
          <a:custGeom>
            <a:avLst/>
            <a:gdLst/>
            <a:ahLst/>
            <a:cxnLst/>
            <a:rect l="l" t="t" r="r" b="b"/>
            <a:pathLst>
              <a:path w="1081592" h="1076184">
                <a:moveTo>
                  <a:pt x="0" y="0"/>
                </a:moveTo>
                <a:lnTo>
                  <a:pt x="1081593" y="0"/>
                </a:lnTo>
                <a:lnTo>
                  <a:pt x="1081593" y="1076184"/>
                </a:lnTo>
                <a:lnTo>
                  <a:pt x="0" y="10761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2" name="Freeform 102"/>
          <p:cNvSpPr/>
          <p:nvPr/>
        </p:nvSpPr>
        <p:spPr>
          <a:xfrm>
            <a:off x="12689884" y="8605316"/>
            <a:ext cx="1466811" cy="320388"/>
          </a:xfrm>
          <a:custGeom>
            <a:avLst/>
            <a:gdLst/>
            <a:ahLst/>
            <a:cxnLst/>
            <a:rect l="l" t="t" r="r" b="b"/>
            <a:pathLst>
              <a:path w="1466811" h="320388">
                <a:moveTo>
                  <a:pt x="0" y="0"/>
                </a:moveTo>
                <a:lnTo>
                  <a:pt x="1466811" y="0"/>
                </a:lnTo>
                <a:lnTo>
                  <a:pt x="1466811" y="320388"/>
                </a:lnTo>
                <a:lnTo>
                  <a:pt x="0" y="3203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3" name="Freeform 103"/>
          <p:cNvSpPr/>
          <p:nvPr/>
        </p:nvSpPr>
        <p:spPr>
          <a:xfrm rot="-9330707" flipH="1" flipV="1">
            <a:off x="2248660" y="7720430"/>
            <a:ext cx="1170104" cy="805756"/>
          </a:xfrm>
          <a:custGeom>
            <a:avLst/>
            <a:gdLst/>
            <a:ahLst/>
            <a:cxnLst/>
            <a:rect l="l" t="t" r="r" b="b"/>
            <a:pathLst>
              <a:path w="1170104" h="805756">
                <a:moveTo>
                  <a:pt x="1170104" y="805756"/>
                </a:moveTo>
                <a:lnTo>
                  <a:pt x="0" y="805756"/>
                </a:lnTo>
                <a:lnTo>
                  <a:pt x="0" y="0"/>
                </a:lnTo>
                <a:lnTo>
                  <a:pt x="1170104" y="0"/>
                </a:lnTo>
                <a:lnTo>
                  <a:pt x="1170104" y="805756"/>
                </a:lnTo>
                <a:close/>
              </a:path>
            </a:pathLst>
          </a:custGeom>
          <a:blipFill>
            <a:blip r:embed="rId9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4" name="Freeform 104"/>
          <p:cNvSpPr/>
          <p:nvPr/>
        </p:nvSpPr>
        <p:spPr>
          <a:xfrm rot="9603291" flipV="1">
            <a:off x="14255164" y="1429295"/>
            <a:ext cx="1125868" cy="775294"/>
          </a:xfrm>
          <a:custGeom>
            <a:avLst/>
            <a:gdLst/>
            <a:ahLst/>
            <a:cxnLst/>
            <a:rect l="l" t="t" r="r" b="b"/>
            <a:pathLst>
              <a:path w="1125868" h="775294">
                <a:moveTo>
                  <a:pt x="0" y="775294"/>
                </a:moveTo>
                <a:lnTo>
                  <a:pt x="1125868" y="775294"/>
                </a:lnTo>
                <a:lnTo>
                  <a:pt x="1125868" y="0"/>
                </a:lnTo>
                <a:lnTo>
                  <a:pt x="0" y="0"/>
                </a:lnTo>
                <a:lnTo>
                  <a:pt x="0" y="775294"/>
                </a:lnTo>
                <a:close/>
              </a:path>
            </a:pathLst>
          </a:custGeom>
          <a:blipFill>
            <a:blip r:embed="rId9"/>
            <a:stretch>
              <a:fillRect t="-62571" r="-193516" b="-19706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5" name="Freeform 105"/>
          <p:cNvSpPr/>
          <p:nvPr/>
        </p:nvSpPr>
        <p:spPr>
          <a:xfrm>
            <a:off x="6195969" y="1758454"/>
            <a:ext cx="4968655" cy="4950022"/>
          </a:xfrm>
          <a:custGeom>
            <a:avLst/>
            <a:gdLst/>
            <a:ahLst/>
            <a:cxnLst/>
            <a:rect l="l" t="t" r="r" b="b"/>
            <a:pathLst>
              <a:path w="4968655" h="4950022">
                <a:moveTo>
                  <a:pt x="0" y="0"/>
                </a:moveTo>
                <a:lnTo>
                  <a:pt x="4968654" y="0"/>
                </a:lnTo>
                <a:lnTo>
                  <a:pt x="4968654" y="4950023"/>
                </a:lnTo>
                <a:lnTo>
                  <a:pt x="0" y="49500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2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106" name="Freeform 106"/>
          <p:cNvSpPr/>
          <p:nvPr/>
        </p:nvSpPr>
        <p:spPr>
          <a:xfrm rot="-1514261">
            <a:off x="3333706" y="7063875"/>
            <a:ext cx="2357950" cy="984444"/>
          </a:xfrm>
          <a:custGeom>
            <a:avLst/>
            <a:gdLst/>
            <a:ahLst/>
            <a:cxnLst/>
            <a:rect l="l" t="t" r="r" b="b"/>
            <a:pathLst>
              <a:path w="2357950" h="984444">
                <a:moveTo>
                  <a:pt x="0" y="0"/>
                </a:moveTo>
                <a:lnTo>
                  <a:pt x="2357950" y="0"/>
                </a:lnTo>
                <a:lnTo>
                  <a:pt x="2357950" y="984445"/>
                </a:lnTo>
                <a:lnTo>
                  <a:pt x="0" y="9844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107" name="Group 107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108" name="TextBox 108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509348" y="-26443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1"/>
                </a:lnTo>
                <a:lnTo>
                  <a:pt x="0" y="1108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0379" b="-3737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 rot="-10800000">
            <a:off x="-200148" y="-397281"/>
            <a:ext cx="10443650" cy="11081561"/>
          </a:xfrm>
          <a:custGeom>
            <a:avLst/>
            <a:gdLst/>
            <a:ahLst/>
            <a:cxnLst/>
            <a:rect l="l" t="t" r="r" b="b"/>
            <a:pathLst>
              <a:path w="10443650" h="11081561">
                <a:moveTo>
                  <a:pt x="0" y="0"/>
                </a:moveTo>
                <a:lnTo>
                  <a:pt x="10443650" y="0"/>
                </a:lnTo>
                <a:lnTo>
                  <a:pt x="10443650" y="11081562"/>
                </a:lnTo>
                <a:lnTo>
                  <a:pt x="0" y="11081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0379" t="-3737"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" name="Group 4"/>
          <p:cNvGrpSpPr/>
          <p:nvPr/>
        </p:nvGrpSpPr>
        <p:grpSpPr>
          <a:xfrm>
            <a:off x="15256948" y="1331671"/>
            <a:ext cx="2186870" cy="1191585"/>
            <a:chOff x="0" y="0"/>
            <a:chExt cx="2915827" cy="158878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5256948" y="2618086"/>
            <a:ext cx="2186870" cy="1191585"/>
            <a:chOff x="0" y="0"/>
            <a:chExt cx="2915827" cy="158878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15256948" y="3904921"/>
            <a:ext cx="2186870" cy="1191585"/>
            <a:chOff x="0" y="0"/>
            <a:chExt cx="2915827" cy="158878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15256948" y="5190915"/>
            <a:ext cx="2186870" cy="1191585"/>
            <a:chOff x="0" y="0"/>
            <a:chExt cx="2915827" cy="158878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62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62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15256948" y="6477329"/>
            <a:ext cx="2186870" cy="1191585"/>
            <a:chOff x="0" y="0"/>
            <a:chExt cx="2915827" cy="158878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E78462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E78462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5256948" y="7763743"/>
            <a:ext cx="2186870" cy="1191585"/>
            <a:chOff x="0" y="0"/>
            <a:chExt cx="2915827" cy="158878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915827" cy="1588780"/>
              <a:chOff x="0" y="0"/>
              <a:chExt cx="595553" cy="32450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595553" cy="324506"/>
              </a:xfrm>
              <a:custGeom>
                <a:avLst/>
                <a:gdLst/>
                <a:ahLst/>
                <a:cxnLst/>
                <a:rect l="l" t="t" r="r" b="b"/>
                <a:pathLst>
                  <a:path w="595553" h="324506">
                    <a:moveTo>
                      <a:pt x="88505" y="0"/>
                    </a:moveTo>
                    <a:lnTo>
                      <a:pt x="507048" y="0"/>
                    </a:lnTo>
                    <a:cubicBezTo>
                      <a:pt x="555928" y="0"/>
                      <a:pt x="595553" y="39625"/>
                      <a:pt x="595553" y="88505"/>
                    </a:cubicBezTo>
                    <a:lnTo>
                      <a:pt x="595553" y="236001"/>
                    </a:lnTo>
                    <a:cubicBezTo>
                      <a:pt x="595553" y="284881"/>
                      <a:pt x="555928" y="324506"/>
                      <a:pt x="507048" y="324506"/>
                    </a:cubicBezTo>
                    <a:lnTo>
                      <a:pt x="88505" y="324506"/>
                    </a:lnTo>
                    <a:cubicBezTo>
                      <a:pt x="39625" y="324506"/>
                      <a:pt x="0" y="284881"/>
                      <a:pt x="0" y="236001"/>
                    </a:cubicBezTo>
                    <a:lnTo>
                      <a:pt x="0" y="88505"/>
                    </a:lnTo>
                    <a:cubicBezTo>
                      <a:pt x="0" y="39625"/>
                      <a:pt x="39625" y="0"/>
                      <a:pt x="88505" y="0"/>
                    </a:cubicBezTo>
                    <a:close/>
                  </a:path>
                </a:pathLst>
              </a:custGeom>
              <a:solidFill>
                <a:srgbClr val="FFCF91"/>
              </a:solidFill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595553" cy="372131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5707" y="117213"/>
              <a:ext cx="2664410" cy="1354354"/>
              <a:chOff x="0" y="0"/>
              <a:chExt cx="544201" cy="2766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544201" cy="276625"/>
              </a:xfrm>
              <a:custGeom>
                <a:avLst/>
                <a:gdLst/>
                <a:ahLst/>
                <a:cxnLst/>
                <a:rect l="l" t="t" r="r" b="b"/>
                <a:pathLst>
                  <a:path w="544201" h="276625">
                    <a:moveTo>
                      <a:pt x="77485" y="0"/>
                    </a:moveTo>
                    <a:lnTo>
                      <a:pt x="466716" y="0"/>
                    </a:lnTo>
                    <a:cubicBezTo>
                      <a:pt x="509510" y="0"/>
                      <a:pt x="544201" y="34691"/>
                      <a:pt x="544201" y="77485"/>
                    </a:cubicBezTo>
                    <a:lnTo>
                      <a:pt x="544201" y="199140"/>
                    </a:lnTo>
                    <a:cubicBezTo>
                      <a:pt x="544201" y="241933"/>
                      <a:pt x="509510" y="276625"/>
                      <a:pt x="466716" y="276625"/>
                    </a:cubicBezTo>
                    <a:lnTo>
                      <a:pt x="77485" y="276625"/>
                    </a:lnTo>
                    <a:cubicBezTo>
                      <a:pt x="34691" y="276625"/>
                      <a:pt x="0" y="241933"/>
                      <a:pt x="0" y="199140"/>
                    </a:cubicBezTo>
                    <a:lnTo>
                      <a:pt x="0" y="77485"/>
                    </a:lnTo>
                    <a:cubicBezTo>
                      <a:pt x="0" y="34691"/>
                      <a:pt x="34691" y="0"/>
                      <a:pt x="77485" y="0"/>
                    </a:cubicBezTo>
                    <a:close/>
                  </a:path>
                </a:pathLst>
              </a:custGeom>
              <a:solidFill>
                <a:srgbClr val="FFCF91"/>
              </a:solidFill>
              <a:ln w="28575" cap="sq">
                <a:solidFill>
                  <a:srgbClr val="FCF4E8"/>
                </a:solidFill>
                <a:prstDash val="lgDash"/>
                <a:miter/>
              </a:ln>
            </p:spPr>
            <p:txBody>
              <a:bodyPr/>
              <a:lstStyle/>
              <a:p>
                <a:endParaRPr lang="es-EC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47625"/>
                <a:ext cx="544201" cy="324250"/>
              </a:xfrm>
              <a:prstGeom prst="rect">
                <a:avLst/>
              </a:prstGeom>
            </p:spPr>
            <p:txBody>
              <a:bodyPr lIns="51986" tIns="51986" rIns="51986" bIns="5198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46" name="Freeform 46"/>
          <p:cNvSpPr/>
          <p:nvPr/>
        </p:nvSpPr>
        <p:spPr>
          <a:xfrm rot="5400000">
            <a:off x="13111944" y="4512960"/>
            <a:ext cx="7623658" cy="1261080"/>
          </a:xfrm>
          <a:custGeom>
            <a:avLst/>
            <a:gdLst/>
            <a:ahLst/>
            <a:cxnLst/>
            <a:rect l="l" t="t" r="r" b="b"/>
            <a:pathLst>
              <a:path w="7623658" h="1261080">
                <a:moveTo>
                  <a:pt x="0" y="0"/>
                </a:moveTo>
                <a:lnTo>
                  <a:pt x="7623658" y="0"/>
                </a:lnTo>
                <a:lnTo>
                  <a:pt x="7623658" y="1261080"/>
                </a:lnTo>
                <a:lnTo>
                  <a:pt x="0" y="126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47" name="Group 47"/>
          <p:cNvGrpSpPr/>
          <p:nvPr/>
        </p:nvGrpSpPr>
        <p:grpSpPr>
          <a:xfrm>
            <a:off x="661541" y="1470992"/>
            <a:ext cx="1232729" cy="7134324"/>
            <a:chOff x="0" y="0"/>
            <a:chExt cx="1643639" cy="9512432"/>
          </a:xfrm>
        </p:grpSpPr>
        <p:sp>
          <p:nvSpPr>
            <p:cNvPr id="48" name="TextBox 48"/>
            <p:cNvSpPr txBox="1"/>
            <p:nvPr/>
          </p:nvSpPr>
          <p:spPr>
            <a:xfrm rot="-5400000">
              <a:off x="5080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 rot="-5400000">
              <a:off x="5080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 rot="-5400000">
              <a:off x="5080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 rot="-5400000">
              <a:off x="5080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 rot="-5400000">
              <a:off x="5080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 rot="-5400000">
              <a:off x="5080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 rot="-5400000">
              <a:off x="5080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 rot="-5400000">
              <a:off x="5080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 rot="-5400000">
              <a:off x="5080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57" name="Freeform 57"/>
          <p:cNvSpPr/>
          <p:nvPr/>
        </p:nvSpPr>
        <p:spPr>
          <a:xfrm>
            <a:off x="1028700" y="9347332"/>
            <a:ext cx="15613811" cy="751415"/>
          </a:xfrm>
          <a:custGeom>
            <a:avLst/>
            <a:gdLst/>
            <a:ahLst/>
            <a:cxnLst/>
            <a:rect l="l" t="t" r="r" b="b"/>
            <a:pathLst>
              <a:path w="15613811" h="751415">
                <a:moveTo>
                  <a:pt x="0" y="0"/>
                </a:moveTo>
                <a:lnTo>
                  <a:pt x="15613811" y="0"/>
                </a:lnTo>
                <a:lnTo>
                  <a:pt x="15613811" y="751415"/>
                </a:lnTo>
                <a:lnTo>
                  <a:pt x="0" y="7514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58" name="Group 58"/>
          <p:cNvGrpSpPr/>
          <p:nvPr/>
        </p:nvGrpSpPr>
        <p:grpSpPr>
          <a:xfrm>
            <a:off x="1028700" y="743240"/>
            <a:ext cx="15613811" cy="8800520"/>
            <a:chOff x="0" y="0"/>
            <a:chExt cx="4112279" cy="231783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112280" cy="2317832"/>
            </a:xfrm>
            <a:custGeom>
              <a:avLst/>
              <a:gdLst/>
              <a:ahLst/>
              <a:cxnLst/>
              <a:rect l="l" t="t" r="r" b="b"/>
              <a:pathLst>
                <a:path w="4112280" h="2317832">
                  <a:moveTo>
                    <a:pt x="9917" y="0"/>
                  </a:moveTo>
                  <a:lnTo>
                    <a:pt x="4102363" y="0"/>
                  </a:lnTo>
                  <a:cubicBezTo>
                    <a:pt x="4107840" y="0"/>
                    <a:pt x="4112280" y="4440"/>
                    <a:pt x="4112280" y="9917"/>
                  </a:cubicBezTo>
                  <a:lnTo>
                    <a:pt x="4112280" y="2307916"/>
                  </a:lnTo>
                  <a:cubicBezTo>
                    <a:pt x="4112280" y="2310546"/>
                    <a:pt x="4111235" y="2313068"/>
                    <a:pt x="4109375" y="2314928"/>
                  </a:cubicBezTo>
                  <a:cubicBezTo>
                    <a:pt x="4107515" y="2316788"/>
                    <a:pt x="4104993" y="2317832"/>
                    <a:pt x="4102363" y="2317832"/>
                  </a:cubicBezTo>
                  <a:lnTo>
                    <a:pt x="9917" y="2317832"/>
                  </a:lnTo>
                  <a:cubicBezTo>
                    <a:pt x="4440" y="2317832"/>
                    <a:pt x="0" y="2313393"/>
                    <a:pt x="0" y="2307916"/>
                  </a:cubicBezTo>
                  <a:lnTo>
                    <a:pt x="0" y="9917"/>
                  </a:lnTo>
                  <a:cubicBezTo>
                    <a:pt x="0" y="4440"/>
                    <a:pt x="4440" y="0"/>
                    <a:pt x="9917" y="0"/>
                  </a:cubicBezTo>
                  <a:close/>
                </a:path>
              </a:pathLst>
            </a:custGeom>
            <a:solidFill>
              <a:srgbClr val="FCF4E8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112279" cy="2346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94244" y="1076115"/>
            <a:ext cx="14956138" cy="8229600"/>
            <a:chOff x="0" y="0"/>
            <a:chExt cx="3939065" cy="216746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939065" cy="2167467"/>
            </a:xfrm>
            <a:custGeom>
              <a:avLst/>
              <a:gdLst/>
              <a:ahLst/>
              <a:cxnLst/>
              <a:rect l="l" t="t" r="r" b="b"/>
              <a:pathLst>
                <a:path w="3939065" h="2167467">
                  <a:moveTo>
                    <a:pt x="10353" y="0"/>
                  </a:moveTo>
                  <a:lnTo>
                    <a:pt x="3928713" y="0"/>
                  </a:lnTo>
                  <a:cubicBezTo>
                    <a:pt x="3931458" y="0"/>
                    <a:pt x="3934092" y="1091"/>
                    <a:pt x="3936033" y="3032"/>
                  </a:cubicBezTo>
                  <a:cubicBezTo>
                    <a:pt x="3937975" y="4974"/>
                    <a:pt x="3939065" y="7607"/>
                    <a:pt x="3939065" y="10353"/>
                  </a:cubicBezTo>
                  <a:lnTo>
                    <a:pt x="3939065" y="2157114"/>
                  </a:lnTo>
                  <a:cubicBezTo>
                    <a:pt x="3939065" y="2159860"/>
                    <a:pt x="3937975" y="2162493"/>
                    <a:pt x="3936033" y="2164435"/>
                  </a:cubicBezTo>
                  <a:cubicBezTo>
                    <a:pt x="3934092" y="2166376"/>
                    <a:pt x="3931458" y="2167467"/>
                    <a:pt x="3928713" y="2167467"/>
                  </a:cubicBezTo>
                  <a:lnTo>
                    <a:pt x="10353" y="2167467"/>
                  </a:lnTo>
                  <a:cubicBezTo>
                    <a:pt x="7607" y="2167467"/>
                    <a:pt x="4974" y="2166376"/>
                    <a:pt x="3032" y="2164435"/>
                  </a:cubicBezTo>
                  <a:cubicBezTo>
                    <a:pt x="1091" y="2162493"/>
                    <a:pt x="0" y="2159860"/>
                    <a:pt x="0" y="2157114"/>
                  </a:cubicBezTo>
                  <a:lnTo>
                    <a:pt x="0" y="10353"/>
                  </a:lnTo>
                  <a:cubicBezTo>
                    <a:pt x="0" y="7607"/>
                    <a:pt x="1091" y="4974"/>
                    <a:pt x="3032" y="3032"/>
                  </a:cubicBezTo>
                  <a:cubicBezTo>
                    <a:pt x="4974" y="1091"/>
                    <a:pt x="7607" y="0"/>
                    <a:pt x="103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9FC2B6"/>
              </a:solidFill>
              <a:prstDash val="lgDash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3939065" cy="2196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40290" y="1622751"/>
            <a:ext cx="263115" cy="263115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40290" y="2470372"/>
            <a:ext cx="263115" cy="263115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540290" y="3317993"/>
            <a:ext cx="263115" cy="263115"/>
            <a:chOff x="0" y="0"/>
            <a:chExt cx="8128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40290" y="4165614"/>
            <a:ext cx="263115" cy="263115"/>
            <a:chOff x="0" y="0"/>
            <a:chExt cx="812800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540290" y="5013235"/>
            <a:ext cx="263115" cy="263115"/>
            <a:chOff x="0" y="0"/>
            <a:chExt cx="812800" cy="812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40290" y="5860856"/>
            <a:ext cx="263115" cy="263115"/>
            <a:chOff x="0" y="0"/>
            <a:chExt cx="812800" cy="8128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540290" y="6708477"/>
            <a:ext cx="263115" cy="263115"/>
            <a:chOff x="0" y="0"/>
            <a:chExt cx="812800" cy="8128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40290" y="7556097"/>
            <a:ext cx="263115" cy="263115"/>
            <a:chOff x="0" y="0"/>
            <a:chExt cx="812800" cy="812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540290" y="8403718"/>
            <a:ext cx="263115" cy="263115"/>
            <a:chOff x="0" y="0"/>
            <a:chExt cx="812800" cy="8128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C2B6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1" name="Freeform 91"/>
          <p:cNvSpPr/>
          <p:nvPr/>
        </p:nvSpPr>
        <p:spPr>
          <a:xfrm>
            <a:off x="2268148" y="1529943"/>
            <a:ext cx="1466811" cy="320388"/>
          </a:xfrm>
          <a:custGeom>
            <a:avLst/>
            <a:gdLst/>
            <a:ahLst/>
            <a:cxnLst/>
            <a:rect l="l" t="t" r="r" b="b"/>
            <a:pathLst>
              <a:path w="1466811" h="320388">
                <a:moveTo>
                  <a:pt x="0" y="0"/>
                </a:moveTo>
                <a:lnTo>
                  <a:pt x="1466811" y="0"/>
                </a:lnTo>
                <a:lnTo>
                  <a:pt x="1466811" y="320388"/>
                </a:lnTo>
                <a:lnTo>
                  <a:pt x="0" y="320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2" name="Freeform 92"/>
          <p:cNvSpPr/>
          <p:nvPr/>
        </p:nvSpPr>
        <p:spPr>
          <a:xfrm>
            <a:off x="14243841" y="8284928"/>
            <a:ext cx="1466811" cy="320388"/>
          </a:xfrm>
          <a:custGeom>
            <a:avLst/>
            <a:gdLst/>
            <a:ahLst/>
            <a:cxnLst/>
            <a:rect l="l" t="t" r="r" b="b"/>
            <a:pathLst>
              <a:path w="1466811" h="320388">
                <a:moveTo>
                  <a:pt x="0" y="0"/>
                </a:moveTo>
                <a:lnTo>
                  <a:pt x="1466810" y="0"/>
                </a:lnTo>
                <a:lnTo>
                  <a:pt x="1466810" y="320388"/>
                </a:lnTo>
                <a:lnTo>
                  <a:pt x="0" y="320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3" name="Freeform 93"/>
          <p:cNvSpPr/>
          <p:nvPr/>
        </p:nvSpPr>
        <p:spPr>
          <a:xfrm>
            <a:off x="14523542" y="1470992"/>
            <a:ext cx="1466811" cy="320388"/>
          </a:xfrm>
          <a:custGeom>
            <a:avLst/>
            <a:gdLst/>
            <a:ahLst/>
            <a:cxnLst/>
            <a:rect l="l" t="t" r="r" b="b"/>
            <a:pathLst>
              <a:path w="1466811" h="320388">
                <a:moveTo>
                  <a:pt x="0" y="0"/>
                </a:moveTo>
                <a:lnTo>
                  <a:pt x="1466811" y="0"/>
                </a:lnTo>
                <a:lnTo>
                  <a:pt x="1466811" y="320388"/>
                </a:lnTo>
                <a:lnTo>
                  <a:pt x="0" y="320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4" name="Freeform 94"/>
          <p:cNvSpPr/>
          <p:nvPr/>
        </p:nvSpPr>
        <p:spPr>
          <a:xfrm>
            <a:off x="2626003" y="8666833"/>
            <a:ext cx="1466811" cy="320388"/>
          </a:xfrm>
          <a:custGeom>
            <a:avLst/>
            <a:gdLst/>
            <a:ahLst/>
            <a:cxnLst/>
            <a:rect l="l" t="t" r="r" b="b"/>
            <a:pathLst>
              <a:path w="1466811" h="320388">
                <a:moveTo>
                  <a:pt x="0" y="0"/>
                </a:moveTo>
                <a:lnTo>
                  <a:pt x="1466811" y="0"/>
                </a:lnTo>
                <a:lnTo>
                  <a:pt x="1466811" y="320388"/>
                </a:lnTo>
                <a:lnTo>
                  <a:pt x="0" y="320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2263"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95" name="TextBox 95"/>
          <p:cNvSpPr txBox="1"/>
          <p:nvPr/>
        </p:nvSpPr>
        <p:spPr>
          <a:xfrm>
            <a:off x="2476851" y="4946899"/>
            <a:ext cx="12780093" cy="2999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91"/>
              </a:lnSpc>
            </a:pPr>
            <a:endParaRPr dirty="0"/>
          </a:p>
          <a:p>
            <a:pPr algn="ctr">
              <a:lnSpc>
                <a:spcPts val="4691"/>
              </a:lnSpc>
            </a:pPr>
            <a:endParaRPr dirty="0"/>
          </a:p>
          <a:p>
            <a:pPr algn="ctr">
              <a:lnSpc>
                <a:spcPts val="4691"/>
              </a:lnSpc>
            </a:pPr>
            <a:r>
              <a:rPr lang="en-US" sz="3813" spc="76" dirty="0">
                <a:solidFill>
                  <a:srgbClr val="000000"/>
                </a:solidFill>
                <a:latin typeface="Sniglet"/>
              </a:rPr>
              <a:t>Mónica Aguirre</a:t>
            </a:r>
          </a:p>
          <a:p>
            <a:pPr algn="ctr">
              <a:lnSpc>
                <a:spcPts val="4691"/>
              </a:lnSpc>
            </a:pPr>
            <a:r>
              <a:rPr lang="en-US" sz="3813" spc="76" dirty="0" err="1">
                <a:solidFill>
                  <a:srgbClr val="000000"/>
                </a:solidFill>
                <a:latin typeface="Sniglet"/>
              </a:rPr>
              <a:t>Cel</a:t>
            </a:r>
            <a:r>
              <a:rPr lang="en-US" sz="3813" spc="76" dirty="0">
                <a:solidFill>
                  <a:srgbClr val="000000"/>
                </a:solidFill>
                <a:latin typeface="Sniglet"/>
              </a:rPr>
              <a:t>. 0993925039</a:t>
            </a:r>
          </a:p>
          <a:p>
            <a:pPr algn="ctr">
              <a:lnSpc>
                <a:spcPts val="4691"/>
              </a:lnSpc>
            </a:pPr>
            <a:r>
              <a:rPr lang="en-US" sz="3813" spc="76" dirty="0">
                <a:solidFill>
                  <a:srgbClr val="000000"/>
                </a:solidFill>
                <a:latin typeface="Sniglet"/>
              </a:rPr>
              <a:t>tsocial@elrayo.com.ec</a:t>
            </a:r>
          </a:p>
        </p:txBody>
      </p:sp>
      <p:sp>
        <p:nvSpPr>
          <p:cNvPr id="96" name="Freeform 96"/>
          <p:cNvSpPr/>
          <p:nvPr/>
        </p:nvSpPr>
        <p:spPr>
          <a:xfrm>
            <a:off x="7685702" y="1470992"/>
            <a:ext cx="3356906" cy="2213271"/>
          </a:xfrm>
          <a:custGeom>
            <a:avLst/>
            <a:gdLst/>
            <a:ahLst/>
            <a:cxnLst/>
            <a:rect l="l" t="t" r="r" b="b"/>
            <a:pathLst>
              <a:path w="3356906" h="2213271">
                <a:moveTo>
                  <a:pt x="0" y="0"/>
                </a:moveTo>
                <a:lnTo>
                  <a:pt x="3356907" y="0"/>
                </a:lnTo>
                <a:lnTo>
                  <a:pt x="3356907" y="2213271"/>
                </a:lnTo>
                <a:lnTo>
                  <a:pt x="0" y="22132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97" name="Group 97"/>
          <p:cNvGrpSpPr/>
          <p:nvPr/>
        </p:nvGrpSpPr>
        <p:grpSpPr>
          <a:xfrm>
            <a:off x="594866" y="1690137"/>
            <a:ext cx="1232729" cy="7134324"/>
            <a:chOff x="0" y="0"/>
            <a:chExt cx="1643639" cy="9512432"/>
          </a:xfrm>
        </p:grpSpPr>
        <p:sp>
          <p:nvSpPr>
            <p:cNvPr id="98" name="TextBox 98"/>
            <p:cNvSpPr txBox="1"/>
            <p:nvPr/>
          </p:nvSpPr>
          <p:spPr>
            <a:xfrm rot="5400000">
              <a:off x="660444" y="-660444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 rot="5400000">
              <a:off x="660444" y="46921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 rot="5400000">
              <a:off x="660444" y="1598876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 rot="5400000">
              <a:off x="660444" y="272853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 rot="5400000">
              <a:off x="660444" y="385819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 rot="5400000">
              <a:off x="660444" y="4987857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 rot="5400000">
              <a:off x="660444" y="611751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 rot="5400000">
              <a:off x="660444" y="724717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 rot="5400000">
              <a:off x="660444" y="8376838"/>
              <a:ext cx="475150" cy="17960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84"/>
                </a:lnSpc>
              </a:pPr>
              <a:r>
                <a:rPr lang="en-US" sz="8132">
                  <a:solidFill>
                    <a:srgbClr val="503D36"/>
                  </a:solidFill>
                  <a:latin typeface="Sniglet"/>
                </a:rPr>
                <a:t>)</a:t>
              </a:r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4341947" y="4002315"/>
            <a:ext cx="10044418" cy="178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2"/>
              </a:lnSpc>
              <a:spcBef>
                <a:spcPct val="0"/>
              </a:spcBef>
            </a:pPr>
            <a:r>
              <a:rPr lang="en-US" sz="5123">
                <a:solidFill>
                  <a:srgbClr val="004AAD"/>
                </a:solidFill>
                <a:latin typeface="Sniglet"/>
              </a:rPr>
              <a:t>Números de contacto </a:t>
            </a:r>
          </a:p>
          <a:p>
            <a:pPr algn="ctr">
              <a:lnSpc>
                <a:spcPts val="7172"/>
              </a:lnSpc>
              <a:spcBef>
                <a:spcPct val="0"/>
              </a:spcBef>
            </a:pPr>
            <a:r>
              <a:rPr lang="en-US" sz="5123">
                <a:solidFill>
                  <a:srgbClr val="004AAD"/>
                </a:solidFill>
                <a:latin typeface="Sniglet"/>
              </a:rPr>
              <a:t>Bienestar Social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894270" y="5925738"/>
            <a:ext cx="6403380" cy="646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0"/>
              </a:lnSpc>
              <a:spcBef>
                <a:spcPct val="0"/>
              </a:spcBef>
            </a:pPr>
            <a:endParaRPr lang="en-US" sz="3814" dirty="0">
              <a:solidFill>
                <a:srgbClr val="000000"/>
              </a:solidFill>
              <a:latin typeface="Sniglet"/>
            </a:endParaRPr>
          </a:p>
        </p:txBody>
      </p:sp>
      <p:sp>
        <p:nvSpPr>
          <p:cNvPr id="109" name="TextBox 109"/>
          <p:cNvSpPr txBox="1"/>
          <p:nvPr/>
        </p:nvSpPr>
        <p:spPr>
          <a:xfrm>
            <a:off x="8066503" y="8136589"/>
            <a:ext cx="2203648" cy="72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5"/>
              </a:lnSpc>
              <a:spcBef>
                <a:spcPct val="0"/>
              </a:spcBef>
            </a:pPr>
            <a:r>
              <a:rPr lang="en-US" sz="4232">
                <a:solidFill>
                  <a:srgbClr val="000000"/>
                </a:solidFill>
                <a:latin typeface="Sniglet"/>
              </a:rPr>
              <a:t>Ext. 2252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347</Words>
  <Application>Microsoft Office PowerPoint</Application>
  <PresentationFormat>Personalizado</PresentationFormat>
  <Paragraphs>190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More Sugar Bold</vt:lpstr>
      <vt:lpstr>League Spartan</vt:lpstr>
      <vt:lpstr>Calibri</vt:lpstr>
      <vt:lpstr>Sniglet</vt:lpstr>
      <vt:lpstr>More Sugar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Servicios Limpieza Ilustrativo Azul</dc:title>
  <dc:creator>Mónica Aguirre (TS-RAYO)</dc:creator>
  <cp:lastModifiedBy>Mónica Aguirre (TS-RAYO)</cp:lastModifiedBy>
  <cp:revision>3</cp:revision>
  <dcterms:created xsi:type="dcterms:W3CDTF">2006-08-16T00:00:00Z</dcterms:created>
  <dcterms:modified xsi:type="dcterms:W3CDTF">2024-02-06T14:54:59Z</dcterms:modified>
  <dc:identifier>DAF6ww3UuH4</dc:identifier>
</cp:coreProperties>
</file>